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19"/>
  </p:notesMasterIdLst>
  <p:handoutMasterIdLst>
    <p:handoutMasterId r:id="rId20"/>
  </p:handoutMasterIdLst>
  <p:sldIdLst>
    <p:sldId id="407" r:id="rId3"/>
    <p:sldId id="338" r:id="rId4"/>
    <p:sldId id="409" r:id="rId5"/>
    <p:sldId id="410" r:id="rId6"/>
    <p:sldId id="411" r:id="rId7"/>
    <p:sldId id="412" r:id="rId8"/>
    <p:sldId id="413" r:id="rId9"/>
    <p:sldId id="414" r:id="rId10"/>
    <p:sldId id="415" r:id="rId11"/>
    <p:sldId id="420" r:id="rId12"/>
    <p:sldId id="421" r:id="rId13"/>
    <p:sldId id="422" r:id="rId14"/>
    <p:sldId id="423" r:id="rId15"/>
    <p:sldId id="424" r:id="rId16"/>
    <p:sldId id="425" r:id="rId17"/>
    <p:sldId id="426" r:id="rId18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4472C4"/>
    <a:srgbClr val="11B0E9"/>
    <a:srgbClr val="3399FF"/>
    <a:srgbClr val="6DEDD8"/>
    <a:srgbClr val="404040"/>
    <a:srgbClr val="2898D6"/>
    <a:srgbClr val="7FC3E7"/>
    <a:srgbClr val="00B0F0"/>
    <a:srgbClr val="41E8CD"/>
    <a:srgbClr val="007D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21" autoAdjust="0"/>
    <p:restoredTop sz="88018" autoAdjust="0"/>
  </p:normalViewPr>
  <p:slideViewPr>
    <p:cSldViewPr snapToGrid="0">
      <p:cViewPr varScale="1">
        <p:scale>
          <a:sx n="84" d="100"/>
          <a:sy n="84" d="100"/>
        </p:scale>
        <p:origin x="802" y="10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4362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4" d="100"/>
          <a:sy n="54" d="100"/>
        </p:scale>
        <p:origin x="-2682" y="-84"/>
      </p:cViewPr>
      <p:guideLst>
        <p:guide orient="horz" pos="2880"/>
        <p:guide pos="2160"/>
      </p:guideLst>
    </p:cSldViewPr>
  </p:notesViewPr>
  <p:gridSpacing cx="72005" cy="72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218F53-036D-42D9-89B6-3327261F1ED8}" type="datetimeFigureOut">
              <a:rPr lang="zh-CN" altLang="en-US" smtClean="0"/>
              <a:pPr/>
              <a:t>2020-11-20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BFE77F-D0C7-470C-AF9A-B00186779AF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95785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0213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3025" y="0"/>
            <a:ext cx="2973388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/>
            </a:lvl1pPr>
          </a:lstStyle>
          <a:p>
            <a:fld id="{5B0FBECB-D1BF-4B92-B178-AA60E3B9FE43}" type="datetime1">
              <a:rPr lang="zh-CN" altLang="en-US"/>
              <a:pPr/>
              <a:t>2020-11-20</a:t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defTabSz="0">
              <a:spcBef>
                <a:spcPct val="30000"/>
              </a:spcBef>
              <a:buFontTx/>
              <a:buNone/>
            </a:pPr>
            <a:r>
              <a:rPr lang="zh-CN" sz="1200">
                <a:latin typeface="Arial" pitchFamily="34" charset="0"/>
              </a:rPr>
              <a:t>单击此处编辑母版文本样式</a:t>
            </a:r>
          </a:p>
          <a:p>
            <a:pPr defTabSz="0">
              <a:spcBef>
                <a:spcPct val="30000"/>
              </a:spcBef>
              <a:buFontTx/>
              <a:buNone/>
            </a:pPr>
            <a:r>
              <a:rPr lang="zh-CN" sz="1200">
                <a:latin typeface="Arial" pitchFamily="34" charset="0"/>
              </a:rPr>
              <a:t>第二级</a:t>
            </a:r>
          </a:p>
          <a:p>
            <a:pPr defTabSz="0">
              <a:spcBef>
                <a:spcPct val="30000"/>
              </a:spcBef>
              <a:buFontTx/>
              <a:buNone/>
            </a:pPr>
            <a:r>
              <a:rPr lang="zh-CN" sz="1200">
                <a:latin typeface="Arial" pitchFamily="34" charset="0"/>
              </a:rPr>
              <a:t>第三级</a:t>
            </a:r>
          </a:p>
          <a:p>
            <a:pPr defTabSz="0">
              <a:spcBef>
                <a:spcPct val="30000"/>
              </a:spcBef>
              <a:buFontTx/>
              <a:buNone/>
            </a:pPr>
            <a:r>
              <a:rPr lang="zh-CN" sz="1200">
                <a:latin typeface="Arial" pitchFamily="34" charset="0"/>
              </a:rPr>
              <a:t>第四级</a:t>
            </a:r>
          </a:p>
          <a:p>
            <a:pPr defTabSz="0">
              <a:spcBef>
                <a:spcPct val="30000"/>
              </a:spcBef>
              <a:buFontTx/>
              <a:buNone/>
            </a:pPr>
            <a:r>
              <a:rPr lang="zh-CN" sz="1200">
                <a:latin typeface="Arial" pitchFamily="34" charset="0"/>
              </a:rPr>
              <a:t>第五级</a:t>
            </a:r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0213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3025" y="8685213"/>
            <a:ext cx="2973388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/>
            </a:lvl1pPr>
          </a:lstStyle>
          <a:p>
            <a:fld id="{6BC31853-57FE-4155-A74E-EBB727E004B5}" type="slidenum">
              <a:rPr lang="zh-CN" altLang="en-US"/>
              <a:pPr/>
              <a:t>‹#›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3273732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2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0026993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3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419995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4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9443951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5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5878716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6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9206510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7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6118694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8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1573092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9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41543262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10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9444062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11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9948387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12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4484291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13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8349455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14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1710397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15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277377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0FBECB-D1BF-4B92-B178-AA60E3B9FE43}" type="datetime1">
              <a:rPr lang="zh-CN" altLang="en-US" smtClean="0"/>
              <a:pPr/>
              <a:t>2020-11-20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C31853-57FE-4155-A74E-EBB727E004B5}" type="slidenum">
              <a:rPr lang="zh-CN" altLang="en-US" smtClean="0"/>
              <a:pPr/>
              <a:t>16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97301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 bwMode="auto">
          <a:xfrm>
            <a:off x="-174171" y="-124529"/>
            <a:ext cx="12689115" cy="7108495"/>
          </a:xfrm>
          <a:prstGeom prst="rect">
            <a:avLst/>
          </a:prstGeom>
          <a:gradFill>
            <a:gsLst>
              <a:gs pos="83000">
                <a:srgbClr val="E6E3DE"/>
              </a:gs>
              <a:gs pos="20000">
                <a:srgbClr val="F7F4ED"/>
              </a:gs>
            </a:gsLst>
            <a:path path="circle">
              <a:fillToRect l="50000" t="50000" r="50000" b="50000"/>
            </a:path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717765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gradFill>
          <a:gsLst>
            <a:gs pos="83000">
              <a:srgbClr val="E6E3DE"/>
            </a:gs>
            <a:gs pos="20000">
              <a:srgbClr val="F7F4ED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0281" y="1308606"/>
            <a:ext cx="6858000" cy="6858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6965734" y="-2076852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6452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-174171" y="-124529"/>
            <a:ext cx="12689115" cy="7108495"/>
          </a:xfrm>
          <a:prstGeom prst="rect">
            <a:avLst/>
          </a:prstGeom>
          <a:gradFill>
            <a:gsLst>
              <a:gs pos="83000">
                <a:srgbClr val="E6E3DE"/>
              </a:gs>
              <a:gs pos="20000">
                <a:srgbClr val="F7F4ED"/>
              </a:gs>
            </a:gsLst>
            <a:path path="circle">
              <a:fillToRect l="50000" t="50000" r="50000" b="50000"/>
            </a:path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grpSp>
        <p:nvGrpSpPr>
          <p:cNvPr id="2" name="组合 1"/>
          <p:cNvGrpSpPr/>
          <p:nvPr userDrawn="1"/>
        </p:nvGrpSpPr>
        <p:grpSpPr>
          <a:xfrm>
            <a:off x="-177800" y="-127000"/>
            <a:ext cx="2614611" cy="1590675"/>
            <a:chOff x="-177800" y="-127000"/>
            <a:chExt cx="2614611" cy="1590675"/>
          </a:xfrm>
        </p:grpSpPr>
        <p:sp>
          <p:nvSpPr>
            <p:cNvPr id="6" name="矩形 5"/>
            <p:cNvSpPr/>
            <p:nvPr userDrawn="1"/>
          </p:nvSpPr>
          <p:spPr>
            <a:xfrm>
              <a:off x="-177800" y="463550"/>
              <a:ext cx="1000125" cy="100012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b="1" dirty="0"/>
            </a:p>
          </p:txBody>
        </p:sp>
        <p:sp>
          <p:nvSpPr>
            <p:cNvPr id="8" name="矩形 7"/>
            <p:cNvSpPr/>
            <p:nvPr userDrawn="1"/>
          </p:nvSpPr>
          <p:spPr>
            <a:xfrm>
              <a:off x="-177800" y="-127000"/>
              <a:ext cx="1409700" cy="5905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 userDrawn="1"/>
          </p:nvSpPr>
          <p:spPr>
            <a:xfrm>
              <a:off x="822325" y="463550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 userDrawn="1"/>
          </p:nvSpPr>
          <p:spPr>
            <a:xfrm>
              <a:off x="1231900" y="463550"/>
              <a:ext cx="409575" cy="40957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 userDrawn="1"/>
          </p:nvSpPr>
          <p:spPr>
            <a:xfrm>
              <a:off x="822325" y="1054100"/>
              <a:ext cx="409575" cy="4095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 userDrawn="1"/>
          </p:nvSpPr>
          <p:spPr>
            <a:xfrm>
              <a:off x="1472405" y="704055"/>
              <a:ext cx="759619" cy="75961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 userDrawn="1"/>
          </p:nvSpPr>
          <p:spPr>
            <a:xfrm>
              <a:off x="2027236" y="499267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矩形 16"/>
          <p:cNvSpPr/>
          <p:nvPr userDrawn="1"/>
        </p:nvSpPr>
        <p:spPr>
          <a:xfrm>
            <a:off x="1538288" y="2460973"/>
            <a:ext cx="1181100" cy="11811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 userDrawn="1"/>
        </p:nvSpPr>
        <p:spPr>
          <a:xfrm>
            <a:off x="3143249" y="3414714"/>
            <a:ext cx="1181100" cy="11811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443162" y="2762250"/>
            <a:ext cx="1000125" cy="100012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400" b="1" dirty="0"/>
          </a:p>
        </p:txBody>
      </p:sp>
      <p:sp>
        <p:nvSpPr>
          <p:cNvPr id="3" name="标题 2"/>
          <p:cNvSpPr>
            <a:spLocks noGrp="1"/>
          </p:cNvSpPr>
          <p:nvPr>
            <p:ph type="title" hasCustomPrompt="1"/>
          </p:nvPr>
        </p:nvSpPr>
        <p:spPr>
          <a:xfrm>
            <a:off x="2627577" y="2926604"/>
            <a:ext cx="694267" cy="798513"/>
          </a:xfrm>
        </p:spPr>
        <p:txBody>
          <a:bodyPr/>
          <a:lstStyle>
            <a:lvl1pPr>
              <a:defRPr sz="72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20" name="文本占位符 21"/>
          <p:cNvSpPr>
            <a:spLocks noGrp="1"/>
          </p:cNvSpPr>
          <p:nvPr>
            <p:ph type="body" sz="quarter" idx="14" hasCustomPrompt="1"/>
          </p:nvPr>
        </p:nvSpPr>
        <p:spPr>
          <a:xfrm>
            <a:off x="4633457" y="2007344"/>
            <a:ext cx="5405967" cy="670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defTabSz="914377"/>
            <a:r>
              <a:rPr lang="zh-CN" altLang="en-US" dirty="0" smtClean="0"/>
              <a:t>添加标题</a:t>
            </a:r>
            <a:endParaRPr lang="zh-CN" altLang="en-US" dirty="0"/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15" hasCustomPrompt="1"/>
          </p:nvPr>
        </p:nvSpPr>
        <p:spPr>
          <a:xfrm>
            <a:off x="4633456" y="2703560"/>
            <a:ext cx="588214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0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defTabSz="914377"/>
            <a:r>
              <a:rPr lang="zh-CN" altLang="en-US" dirty="0" smtClean="0"/>
              <a:t>添加标题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91821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 bwMode="auto">
          <a:xfrm>
            <a:off x="-174171" y="-124529"/>
            <a:ext cx="12689115" cy="7108495"/>
          </a:xfrm>
          <a:prstGeom prst="rect">
            <a:avLst/>
          </a:prstGeom>
          <a:gradFill>
            <a:gsLst>
              <a:gs pos="83000">
                <a:srgbClr val="E6E3DE"/>
              </a:gs>
              <a:gs pos="20000">
                <a:srgbClr val="F7F4ED"/>
              </a:gs>
            </a:gsLst>
            <a:path path="circle">
              <a:fillToRect l="50000" t="50000" r="50000" b="50000"/>
            </a:path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4972050" y="-1"/>
            <a:ext cx="7219950" cy="69342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3676650" y="-1"/>
            <a:ext cx="1295401" cy="1170543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3676650" y="1158607"/>
            <a:ext cx="1295401" cy="1170543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3676650" y="2280173"/>
            <a:ext cx="1295401" cy="465402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2381248" y="1158607"/>
            <a:ext cx="1295401" cy="1170543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1085846" y="1158607"/>
            <a:ext cx="1295401" cy="1170543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-209556" y="1146672"/>
            <a:ext cx="1295401" cy="1170543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 userDrawn="1"/>
        </p:nvSpPr>
        <p:spPr>
          <a:xfrm>
            <a:off x="1085846" y="0"/>
            <a:ext cx="1295401" cy="1170543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 userDrawn="1"/>
        </p:nvSpPr>
        <p:spPr>
          <a:xfrm>
            <a:off x="4972053" y="1158607"/>
            <a:ext cx="7219947" cy="1170543"/>
          </a:xfrm>
          <a:prstGeom prst="rect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占位符 21"/>
          <p:cNvSpPr>
            <a:spLocks noGrp="1"/>
          </p:cNvSpPr>
          <p:nvPr>
            <p:ph type="body" sz="quarter" idx="11"/>
          </p:nvPr>
        </p:nvSpPr>
        <p:spPr>
          <a:xfrm>
            <a:off x="5181607" y="1365313"/>
            <a:ext cx="5405967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4800" b="1" dirty="0">
                <a:solidFill>
                  <a:schemeClr val="bg1"/>
                </a:solidFill>
              </a:defRPr>
            </a:lvl1pPr>
          </a:lstStyle>
          <a:p>
            <a:pPr marL="0" lvl="0" defTabSz="914377"/>
            <a:endParaRPr lang="zh-CN" altLang="en-US" dirty="0"/>
          </a:p>
        </p:txBody>
      </p:sp>
      <p:sp>
        <p:nvSpPr>
          <p:cNvPr id="16" name="文本占位符 21"/>
          <p:cNvSpPr>
            <a:spLocks noGrp="1"/>
          </p:cNvSpPr>
          <p:nvPr>
            <p:ph type="body" sz="quarter" idx="12"/>
          </p:nvPr>
        </p:nvSpPr>
        <p:spPr>
          <a:xfrm>
            <a:off x="5181606" y="2508676"/>
            <a:ext cx="5405967" cy="57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defTabSz="914377"/>
            <a:endParaRPr lang="zh-CN" altLang="en-US" dirty="0"/>
          </a:p>
        </p:txBody>
      </p:sp>
      <p:sp>
        <p:nvSpPr>
          <p:cNvPr id="17" name="文本占位符 21"/>
          <p:cNvSpPr>
            <a:spLocks noGrp="1"/>
          </p:cNvSpPr>
          <p:nvPr>
            <p:ph type="body" sz="quarter" idx="13"/>
          </p:nvPr>
        </p:nvSpPr>
        <p:spPr>
          <a:xfrm>
            <a:off x="5181606" y="3256640"/>
            <a:ext cx="5405967" cy="57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defTabSz="914377"/>
            <a:endParaRPr lang="zh-CN" altLang="en-US" dirty="0"/>
          </a:p>
        </p:txBody>
      </p:sp>
      <p:sp>
        <p:nvSpPr>
          <p:cNvPr id="18" name="文本占位符 21"/>
          <p:cNvSpPr>
            <a:spLocks noGrp="1"/>
          </p:cNvSpPr>
          <p:nvPr>
            <p:ph type="body" sz="quarter" idx="14"/>
          </p:nvPr>
        </p:nvSpPr>
        <p:spPr>
          <a:xfrm>
            <a:off x="5181606" y="4004604"/>
            <a:ext cx="5405967" cy="57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defTabSz="914377"/>
            <a:endParaRPr lang="zh-CN" altLang="en-US" dirty="0"/>
          </a:p>
        </p:txBody>
      </p:sp>
      <p:sp>
        <p:nvSpPr>
          <p:cNvPr id="19" name="文本占位符 21"/>
          <p:cNvSpPr>
            <a:spLocks noGrp="1"/>
          </p:cNvSpPr>
          <p:nvPr>
            <p:ph type="body" sz="quarter" idx="15"/>
          </p:nvPr>
        </p:nvSpPr>
        <p:spPr>
          <a:xfrm>
            <a:off x="5181606" y="4752568"/>
            <a:ext cx="5405967" cy="57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defTabSz="914377"/>
            <a:endParaRPr lang="zh-CN" altLang="en-US" dirty="0"/>
          </a:p>
        </p:txBody>
      </p:sp>
      <p:sp>
        <p:nvSpPr>
          <p:cNvPr id="20" name="文本占位符 21"/>
          <p:cNvSpPr>
            <a:spLocks noGrp="1"/>
          </p:cNvSpPr>
          <p:nvPr>
            <p:ph type="body" sz="quarter" idx="16"/>
          </p:nvPr>
        </p:nvSpPr>
        <p:spPr>
          <a:xfrm>
            <a:off x="5181606" y="5465653"/>
            <a:ext cx="5405967" cy="57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defTabSz="914377"/>
            <a:endParaRPr lang="zh-CN" altLang="en-US" dirty="0"/>
          </a:p>
        </p:txBody>
      </p:sp>
      <p:sp>
        <p:nvSpPr>
          <p:cNvPr id="21" name="文本占位符 21"/>
          <p:cNvSpPr>
            <a:spLocks noGrp="1"/>
          </p:cNvSpPr>
          <p:nvPr>
            <p:ph type="body" sz="quarter" idx="17"/>
          </p:nvPr>
        </p:nvSpPr>
        <p:spPr>
          <a:xfrm>
            <a:off x="5181606" y="6213617"/>
            <a:ext cx="5405967" cy="57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defTabSz="914377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84160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/>
        </p:nvSpPr>
        <p:spPr bwMode="auto">
          <a:xfrm>
            <a:off x="-174171" y="-124529"/>
            <a:ext cx="12689115" cy="7108495"/>
          </a:xfrm>
          <a:prstGeom prst="rect">
            <a:avLst/>
          </a:prstGeom>
          <a:gradFill>
            <a:gsLst>
              <a:gs pos="83000">
                <a:srgbClr val="E6E3DE"/>
              </a:gs>
              <a:gs pos="20000">
                <a:srgbClr val="F7F4ED"/>
              </a:gs>
            </a:gsLst>
            <a:path path="circle">
              <a:fillToRect l="50000" t="50000" r="50000" b="50000"/>
            </a:path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-177800" y="-127000"/>
            <a:ext cx="2614611" cy="1590675"/>
            <a:chOff x="-177800" y="-127000"/>
            <a:chExt cx="2614611" cy="1590675"/>
          </a:xfrm>
        </p:grpSpPr>
        <p:sp>
          <p:nvSpPr>
            <p:cNvPr id="13" name="矩形 12"/>
            <p:cNvSpPr/>
            <p:nvPr userDrawn="1"/>
          </p:nvSpPr>
          <p:spPr>
            <a:xfrm>
              <a:off x="-177800" y="463550"/>
              <a:ext cx="1000125" cy="100012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b="1" dirty="0"/>
            </a:p>
          </p:txBody>
        </p:sp>
        <p:sp>
          <p:nvSpPr>
            <p:cNvPr id="15" name="矩形 14"/>
            <p:cNvSpPr/>
            <p:nvPr userDrawn="1"/>
          </p:nvSpPr>
          <p:spPr>
            <a:xfrm>
              <a:off x="-177800" y="-127000"/>
              <a:ext cx="1409700" cy="5905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 userDrawn="1"/>
          </p:nvSpPr>
          <p:spPr>
            <a:xfrm>
              <a:off x="822325" y="463550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 userDrawn="1"/>
          </p:nvSpPr>
          <p:spPr>
            <a:xfrm>
              <a:off x="1231900" y="463550"/>
              <a:ext cx="409575" cy="40957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 userDrawn="1"/>
          </p:nvSpPr>
          <p:spPr>
            <a:xfrm>
              <a:off x="822325" y="1054100"/>
              <a:ext cx="409575" cy="4095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1472405" y="704055"/>
              <a:ext cx="759619" cy="75961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2027236" y="499267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2" name="文本占位符 4"/>
          <p:cNvSpPr>
            <a:spLocks noGrp="1"/>
          </p:cNvSpPr>
          <p:nvPr>
            <p:ph type="body" sz="quarter" idx="13" hasCustomPrompt="1"/>
          </p:nvPr>
        </p:nvSpPr>
        <p:spPr>
          <a:xfrm>
            <a:off x="-31486" y="221599"/>
            <a:ext cx="704850" cy="108952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sz="7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2" name="文本占位符 2"/>
          <p:cNvSpPr>
            <a:spLocks noGrp="1"/>
          </p:cNvSpPr>
          <p:nvPr>
            <p:ph type="body" sz="quarter" idx="11" hasCustomPrompt="1"/>
          </p:nvPr>
        </p:nvSpPr>
        <p:spPr>
          <a:xfrm>
            <a:off x="2950141" y="346514"/>
            <a:ext cx="3962400" cy="75180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 smtClean="0"/>
              <a:t>初识云计算</a:t>
            </a:r>
            <a:endParaRPr lang="zh-CN" altLang="en-US" dirty="0"/>
          </a:p>
        </p:txBody>
      </p:sp>
      <p:sp>
        <p:nvSpPr>
          <p:cNvPr id="31" name="文本占位符 2"/>
          <p:cNvSpPr>
            <a:spLocks noGrp="1"/>
          </p:cNvSpPr>
          <p:nvPr>
            <p:ph type="body" sz="quarter" idx="14" hasCustomPrompt="1"/>
          </p:nvPr>
        </p:nvSpPr>
        <p:spPr>
          <a:xfrm>
            <a:off x="733425" y="2208653"/>
            <a:ext cx="4549775" cy="609600"/>
          </a:xfrm>
        </p:spPr>
        <p:txBody>
          <a:bodyPr/>
          <a:lstStyle>
            <a:lvl1pPr marL="0" indent="0">
              <a:buNone/>
              <a:defRPr sz="2800" b="0">
                <a:solidFill>
                  <a:srgbClr val="00B0F0"/>
                </a:solidFill>
              </a:defRPr>
            </a:lvl1pPr>
            <a:lvl2pPr>
              <a:defRPr sz="2800" b="1">
                <a:solidFill>
                  <a:srgbClr val="00B0F0"/>
                </a:solidFill>
              </a:defRPr>
            </a:lvl2pPr>
            <a:lvl3pPr>
              <a:defRPr sz="2800" b="1">
                <a:solidFill>
                  <a:srgbClr val="00B0F0"/>
                </a:solidFill>
              </a:defRPr>
            </a:lvl3pPr>
            <a:lvl4pPr>
              <a:defRPr sz="2800" b="1">
                <a:solidFill>
                  <a:srgbClr val="00B0F0"/>
                </a:solidFill>
              </a:defRPr>
            </a:lvl4pPr>
            <a:lvl5pPr>
              <a:defRPr sz="2800" b="1">
                <a:solidFill>
                  <a:srgbClr val="00B0F0"/>
                </a:solidFill>
              </a:defRPr>
            </a:lvl5pPr>
          </a:lstStyle>
          <a:p>
            <a:pPr lvl="0"/>
            <a:r>
              <a:rPr lang="zh-CN" altLang="en-US" dirty="0" smtClean="0"/>
              <a:t>单击文本输入</a:t>
            </a:r>
            <a:endParaRPr lang="zh-CN" altLang="en-US" dirty="0"/>
          </a:p>
        </p:txBody>
      </p:sp>
      <p:sp>
        <p:nvSpPr>
          <p:cNvPr id="33" name="文本占位符 2"/>
          <p:cNvSpPr>
            <a:spLocks noGrp="1"/>
          </p:cNvSpPr>
          <p:nvPr>
            <p:ph type="body" sz="quarter" idx="15" hasCustomPrompt="1"/>
          </p:nvPr>
        </p:nvSpPr>
        <p:spPr>
          <a:xfrm>
            <a:off x="2956379" y="921939"/>
            <a:ext cx="4549775" cy="609600"/>
          </a:xfrm>
        </p:spPr>
        <p:txBody>
          <a:bodyPr/>
          <a:lstStyle>
            <a:lvl1pPr marL="0" indent="0">
              <a:buNone/>
              <a:defRPr sz="2400" b="0">
                <a:solidFill>
                  <a:srgbClr val="00B0F0"/>
                </a:solidFill>
              </a:defRPr>
            </a:lvl1pPr>
            <a:lvl2pPr>
              <a:defRPr sz="2800" b="1">
                <a:solidFill>
                  <a:srgbClr val="00B0F0"/>
                </a:solidFill>
              </a:defRPr>
            </a:lvl2pPr>
            <a:lvl3pPr>
              <a:defRPr sz="2800" b="1">
                <a:solidFill>
                  <a:srgbClr val="00B0F0"/>
                </a:solidFill>
              </a:defRPr>
            </a:lvl3pPr>
            <a:lvl4pPr>
              <a:defRPr sz="2800" b="1">
                <a:solidFill>
                  <a:srgbClr val="00B0F0"/>
                </a:solidFill>
              </a:defRPr>
            </a:lvl4pPr>
            <a:lvl5pPr>
              <a:defRPr sz="2800" b="1">
                <a:solidFill>
                  <a:srgbClr val="00B0F0"/>
                </a:solidFill>
              </a:defRPr>
            </a:lvl5pPr>
          </a:lstStyle>
          <a:p>
            <a:pPr lvl="0"/>
            <a:r>
              <a:rPr lang="zh-CN" altLang="en-US" dirty="0" smtClean="0"/>
              <a:t>单击文本输入</a:t>
            </a:r>
            <a:endParaRPr lang="zh-CN" altLang="en-US" dirty="0"/>
          </a:p>
        </p:txBody>
      </p:sp>
      <p:sp>
        <p:nvSpPr>
          <p:cNvPr id="34" name="文本占位符 21"/>
          <p:cNvSpPr>
            <a:spLocks noGrp="1"/>
          </p:cNvSpPr>
          <p:nvPr>
            <p:ph type="body" sz="quarter" idx="16" hasCustomPrompt="1"/>
          </p:nvPr>
        </p:nvSpPr>
        <p:spPr>
          <a:xfrm>
            <a:off x="721856" y="2937275"/>
            <a:ext cx="297384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0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defTabSz="914377"/>
            <a:r>
              <a:rPr lang="zh-CN" altLang="en-US" dirty="0" smtClean="0"/>
              <a:t>添加标题</a:t>
            </a:r>
            <a:endParaRPr lang="zh-CN" altLang="en-US" dirty="0"/>
          </a:p>
        </p:txBody>
      </p:sp>
      <p:pic>
        <p:nvPicPr>
          <p:cNvPr id="17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0594" y="-127000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13675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/>
        </p:nvSpPr>
        <p:spPr bwMode="auto">
          <a:xfrm>
            <a:off x="-174171" y="-124529"/>
            <a:ext cx="12689115" cy="7108495"/>
          </a:xfrm>
          <a:prstGeom prst="rect">
            <a:avLst/>
          </a:prstGeom>
          <a:gradFill>
            <a:gsLst>
              <a:gs pos="83000">
                <a:srgbClr val="E6E3DE"/>
              </a:gs>
              <a:gs pos="20000">
                <a:srgbClr val="F7F4ED"/>
              </a:gs>
            </a:gsLst>
            <a:path path="circle">
              <a:fillToRect l="50000" t="50000" r="50000" b="50000"/>
            </a:path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-177800" y="-127000"/>
            <a:ext cx="2614611" cy="1590675"/>
            <a:chOff x="-177800" y="-127000"/>
            <a:chExt cx="2614611" cy="1590675"/>
          </a:xfrm>
        </p:grpSpPr>
        <p:sp>
          <p:nvSpPr>
            <p:cNvPr id="13" name="矩形 12"/>
            <p:cNvSpPr/>
            <p:nvPr userDrawn="1"/>
          </p:nvSpPr>
          <p:spPr>
            <a:xfrm>
              <a:off x="-177800" y="463550"/>
              <a:ext cx="1000125" cy="100012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b="1" dirty="0"/>
            </a:p>
          </p:txBody>
        </p:sp>
        <p:sp>
          <p:nvSpPr>
            <p:cNvPr id="15" name="矩形 14"/>
            <p:cNvSpPr/>
            <p:nvPr userDrawn="1"/>
          </p:nvSpPr>
          <p:spPr>
            <a:xfrm>
              <a:off x="-177800" y="-127000"/>
              <a:ext cx="1409700" cy="5905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 userDrawn="1"/>
          </p:nvSpPr>
          <p:spPr>
            <a:xfrm>
              <a:off x="822325" y="463550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 userDrawn="1"/>
          </p:nvSpPr>
          <p:spPr>
            <a:xfrm>
              <a:off x="1231900" y="463550"/>
              <a:ext cx="409575" cy="40957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 userDrawn="1"/>
          </p:nvSpPr>
          <p:spPr>
            <a:xfrm>
              <a:off x="822325" y="1054100"/>
              <a:ext cx="409575" cy="4095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1472405" y="704055"/>
              <a:ext cx="759619" cy="75961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2027236" y="499267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2" name="文本占位符 4"/>
          <p:cNvSpPr>
            <a:spLocks noGrp="1"/>
          </p:cNvSpPr>
          <p:nvPr>
            <p:ph type="body" sz="quarter" idx="13" hasCustomPrompt="1"/>
          </p:nvPr>
        </p:nvSpPr>
        <p:spPr>
          <a:xfrm>
            <a:off x="-31486" y="221599"/>
            <a:ext cx="704850" cy="108952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sz="7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2" name="文本占位符 2"/>
          <p:cNvSpPr>
            <a:spLocks noGrp="1"/>
          </p:cNvSpPr>
          <p:nvPr>
            <p:ph type="body" sz="quarter" idx="11" hasCustomPrompt="1"/>
          </p:nvPr>
        </p:nvSpPr>
        <p:spPr>
          <a:xfrm>
            <a:off x="2950141" y="346514"/>
            <a:ext cx="3962400" cy="75180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 smtClean="0"/>
              <a:t>初识云计算</a:t>
            </a:r>
            <a:endParaRPr lang="zh-CN" altLang="en-US" dirty="0"/>
          </a:p>
        </p:txBody>
      </p:sp>
      <p:sp>
        <p:nvSpPr>
          <p:cNvPr id="31" name="文本占位符 2"/>
          <p:cNvSpPr>
            <a:spLocks noGrp="1"/>
          </p:cNvSpPr>
          <p:nvPr>
            <p:ph type="body" sz="quarter" idx="14" hasCustomPrompt="1"/>
          </p:nvPr>
        </p:nvSpPr>
        <p:spPr>
          <a:xfrm>
            <a:off x="733425" y="2208653"/>
            <a:ext cx="4549775" cy="609600"/>
          </a:xfrm>
        </p:spPr>
        <p:txBody>
          <a:bodyPr/>
          <a:lstStyle>
            <a:lvl1pPr marL="0" indent="0">
              <a:buNone/>
              <a:defRPr sz="2800" b="0">
                <a:solidFill>
                  <a:srgbClr val="00B0F0"/>
                </a:solidFill>
              </a:defRPr>
            </a:lvl1pPr>
            <a:lvl2pPr>
              <a:defRPr sz="2800" b="1">
                <a:solidFill>
                  <a:srgbClr val="00B0F0"/>
                </a:solidFill>
              </a:defRPr>
            </a:lvl2pPr>
            <a:lvl3pPr>
              <a:defRPr sz="2800" b="1">
                <a:solidFill>
                  <a:srgbClr val="00B0F0"/>
                </a:solidFill>
              </a:defRPr>
            </a:lvl3pPr>
            <a:lvl4pPr>
              <a:defRPr sz="2800" b="1">
                <a:solidFill>
                  <a:srgbClr val="00B0F0"/>
                </a:solidFill>
              </a:defRPr>
            </a:lvl4pPr>
            <a:lvl5pPr>
              <a:defRPr sz="2800" b="1">
                <a:solidFill>
                  <a:srgbClr val="00B0F0"/>
                </a:solidFill>
              </a:defRPr>
            </a:lvl5pPr>
          </a:lstStyle>
          <a:p>
            <a:pPr lvl="0"/>
            <a:r>
              <a:rPr lang="zh-CN" altLang="en-US" dirty="0" smtClean="0"/>
              <a:t>单击文本输入</a:t>
            </a:r>
            <a:endParaRPr lang="zh-CN" altLang="en-US" dirty="0"/>
          </a:p>
        </p:txBody>
      </p:sp>
      <p:sp>
        <p:nvSpPr>
          <p:cNvPr id="33" name="文本占位符 2"/>
          <p:cNvSpPr>
            <a:spLocks noGrp="1"/>
          </p:cNvSpPr>
          <p:nvPr>
            <p:ph type="body" sz="quarter" idx="15" hasCustomPrompt="1"/>
          </p:nvPr>
        </p:nvSpPr>
        <p:spPr>
          <a:xfrm>
            <a:off x="2956379" y="921939"/>
            <a:ext cx="4549775" cy="609600"/>
          </a:xfrm>
        </p:spPr>
        <p:txBody>
          <a:bodyPr/>
          <a:lstStyle>
            <a:lvl1pPr marL="0" indent="0">
              <a:buNone/>
              <a:defRPr sz="2400" b="0">
                <a:solidFill>
                  <a:srgbClr val="00B0F0"/>
                </a:solidFill>
              </a:defRPr>
            </a:lvl1pPr>
            <a:lvl2pPr>
              <a:defRPr sz="2800" b="1">
                <a:solidFill>
                  <a:srgbClr val="00B0F0"/>
                </a:solidFill>
              </a:defRPr>
            </a:lvl2pPr>
            <a:lvl3pPr>
              <a:defRPr sz="2800" b="1">
                <a:solidFill>
                  <a:srgbClr val="00B0F0"/>
                </a:solidFill>
              </a:defRPr>
            </a:lvl3pPr>
            <a:lvl4pPr>
              <a:defRPr sz="2800" b="1">
                <a:solidFill>
                  <a:srgbClr val="00B0F0"/>
                </a:solidFill>
              </a:defRPr>
            </a:lvl4pPr>
            <a:lvl5pPr>
              <a:defRPr sz="2800" b="1">
                <a:solidFill>
                  <a:srgbClr val="00B0F0"/>
                </a:solidFill>
              </a:defRPr>
            </a:lvl5pPr>
          </a:lstStyle>
          <a:p>
            <a:pPr lvl="0"/>
            <a:r>
              <a:rPr lang="zh-CN" altLang="en-US" dirty="0" smtClean="0"/>
              <a:t>单击文本输入</a:t>
            </a:r>
            <a:endParaRPr lang="zh-CN" altLang="en-US" dirty="0"/>
          </a:p>
        </p:txBody>
      </p:sp>
      <p:sp>
        <p:nvSpPr>
          <p:cNvPr id="34" name="文本占位符 21"/>
          <p:cNvSpPr>
            <a:spLocks noGrp="1"/>
          </p:cNvSpPr>
          <p:nvPr>
            <p:ph type="body" sz="quarter" idx="16" hasCustomPrompt="1"/>
          </p:nvPr>
        </p:nvSpPr>
        <p:spPr>
          <a:xfrm>
            <a:off x="721856" y="2937275"/>
            <a:ext cx="297384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0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defTabSz="914377"/>
            <a:r>
              <a:rPr lang="zh-CN" altLang="en-US" dirty="0" smtClean="0"/>
              <a:t>添加标题</a:t>
            </a:r>
            <a:endParaRPr lang="zh-CN" altLang="en-US" dirty="0"/>
          </a:p>
        </p:txBody>
      </p:sp>
      <p:grpSp>
        <p:nvGrpSpPr>
          <p:cNvPr id="17" name="组合 16"/>
          <p:cNvGrpSpPr/>
          <p:nvPr userDrawn="1"/>
        </p:nvGrpSpPr>
        <p:grpSpPr>
          <a:xfrm>
            <a:off x="10394978" y="211599"/>
            <a:ext cx="2080110" cy="1255630"/>
            <a:chOff x="9308250" y="152843"/>
            <a:chExt cx="3083581" cy="1861361"/>
          </a:xfrm>
        </p:grpSpPr>
        <p:sp>
          <p:nvSpPr>
            <p:cNvPr id="23" name="矩形 22"/>
            <p:cNvSpPr/>
            <p:nvPr/>
          </p:nvSpPr>
          <p:spPr>
            <a:xfrm>
              <a:off x="10149384" y="1574633"/>
              <a:ext cx="439571" cy="439571"/>
            </a:xfrm>
            <a:prstGeom prst="rect">
              <a:avLst/>
            </a:prstGeom>
            <a:solidFill>
              <a:schemeClr val="accent1">
                <a:alpha val="1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/>
          </p:nvSpPr>
          <p:spPr>
            <a:xfrm>
              <a:off x="11558225" y="588184"/>
              <a:ext cx="833606" cy="833606"/>
            </a:xfrm>
            <a:prstGeom prst="rect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/>
          </p:nvSpPr>
          <p:spPr>
            <a:xfrm>
              <a:off x="9308250" y="255692"/>
              <a:ext cx="724464" cy="724464"/>
            </a:xfrm>
            <a:prstGeom prst="rect">
              <a:avLst/>
            </a:prstGeom>
            <a:solidFill>
              <a:schemeClr val="accent1">
                <a:alpha val="2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10149384" y="152843"/>
              <a:ext cx="1268947" cy="1268947"/>
            </a:xfrm>
            <a:prstGeom prst="rect">
              <a:avLst/>
            </a:prstGeom>
            <a:solidFill>
              <a:schemeClr val="accent1"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7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0594" y="-140632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759795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/>
        </p:nvSpPr>
        <p:spPr bwMode="auto">
          <a:xfrm>
            <a:off x="-174171" y="-124529"/>
            <a:ext cx="12689115" cy="7108495"/>
          </a:xfrm>
          <a:prstGeom prst="rect">
            <a:avLst/>
          </a:prstGeom>
          <a:gradFill>
            <a:gsLst>
              <a:gs pos="83000">
                <a:srgbClr val="E6E3DE"/>
              </a:gs>
              <a:gs pos="20000">
                <a:srgbClr val="F7F4ED"/>
              </a:gs>
            </a:gsLst>
            <a:path path="circle">
              <a:fillToRect l="50000" t="50000" r="50000" b="50000"/>
            </a:path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-177800" y="-127000"/>
            <a:ext cx="2614611" cy="1590675"/>
            <a:chOff x="-177800" y="-127000"/>
            <a:chExt cx="2614611" cy="1590675"/>
          </a:xfrm>
        </p:grpSpPr>
        <p:sp>
          <p:nvSpPr>
            <p:cNvPr id="13" name="矩形 12"/>
            <p:cNvSpPr/>
            <p:nvPr userDrawn="1"/>
          </p:nvSpPr>
          <p:spPr>
            <a:xfrm>
              <a:off x="-177800" y="463550"/>
              <a:ext cx="1000125" cy="100012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b="1" dirty="0"/>
            </a:p>
          </p:txBody>
        </p:sp>
        <p:sp>
          <p:nvSpPr>
            <p:cNvPr id="15" name="矩形 14"/>
            <p:cNvSpPr/>
            <p:nvPr userDrawn="1"/>
          </p:nvSpPr>
          <p:spPr>
            <a:xfrm>
              <a:off x="-177800" y="-127000"/>
              <a:ext cx="1409700" cy="5905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 userDrawn="1"/>
          </p:nvSpPr>
          <p:spPr>
            <a:xfrm>
              <a:off x="822325" y="463550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 userDrawn="1"/>
          </p:nvSpPr>
          <p:spPr>
            <a:xfrm>
              <a:off x="1231900" y="463550"/>
              <a:ext cx="409575" cy="40957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 userDrawn="1"/>
          </p:nvSpPr>
          <p:spPr>
            <a:xfrm>
              <a:off x="822325" y="1054100"/>
              <a:ext cx="409575" cy="4095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1472405" y="704055"/>
              <a:ext cx="759619" cy="75961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2027236" y="499267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2" name="文本占位符 4"/>
          <p:cNvSpPr>
            <a:spLocks noGrp="1"/>
          </p:cNvSpPr>
          <p:nvPr>
            <p:ph type="body" sz="quarter" idx="13" hasCustomPrompt="1"/>
          </p:nvPr>
        </p:nvSpPr>
        <p:spPr>
          <a:xfrm>
            <a:off x="-31486" y="221599"/>
            <a:ext cx="704850" cy="108952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sz="7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2" name="文本占位符 2"/>
          <p:cNvSpPr>
            <a:spLocks noGrp="1"/>
          </p:cNvSpPr>
          <p:nvPr>
            <p:ph type="body" sz="quarter" idx="11" hasCustomPrompt="1"/>
          </p:nvPr>
        </p:nvSpPr>
        <p:spPr>
          <a:xfrm>
            <a:off x="2950141" y="346514"/>
            <a:ext cx="3962400" cy="75180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 smtClean="0"/>
              <a:t>初识云计算</a:t>
            </a:r>
            <a:endParaRPr lang="zh-CN" altLang="en-US" dirty="0"/>
          </a:p>
        </p:txBody>
      </p:sp>
      <p:sp>
        <p:nvSpPr>
          <p:cNvPr id="31" name="文本占位符 2"/>
          <p:cNvSpPr>
            <a:spLocks noGrp="1"/>
          </p:cNvSpPr>
          <p:nvPr>
            <p:ph type="body" sz="quarter" idx="14" hasCustomPrompt="1"/>
          </p:nvPr>
        </p:nvSpPr>
        <p:spPr>
          <a:xfrm>
            <a:off x="733425" y="1393600"/>
            <a:ext cx="4549775" cy="609600"/>
          </a:xfrm>
        </p:spPr>
        <p:txBody>
          <a:bodyPr/>
          <a:lstStyle>
            <a:lvl1pPr marL="0" indent="0">
              <a:buNone/>
              <a:defRPr sz="2800" b="0">
                <a:solidFill>
                  <a:srgbClr val="00B0F0"/>
                </a:solidFill>
              </a:defRPr>
            </a:lvl1pPr>
            <a:lvl2pPr>
              <a:defRPr sz="2800" b="1">
                <a:solidFill>
                  <a:srgbClr val="00B0F0"/>
                </a:solidFill>
              </a:defRPr>
            </a:lvl2pPr>
            <a:lvl3pPr>
              <a:defRPr sz="2800" b="1">
                <a:solidFill>
                  <a:srgbClr val="00B0F0"/>
                </a:solidFill>
              </a:defRPr>
            </a:lvl3pPr>
            <a:lvl4pPr>
              <a:defRPr sz="2800" b="1">
                <a:solidFill>
                  <a:srgbClr val="00B0F0"/>
                </a:solidFill>
              </a:defRPr>
            </a:lvl4pPr>
            <a:lvl5pPr>
              <a:defRPr sz="2800" b="1">
                <a:solidFill>
                  <a:srgbClr val="00B0F0"/>
                </a:solidFill>
              </a:defRPr>
            </a:lvl5pPr>
          </a:lstStyle>
          <a:p>
            <a:pPr lvl="0"/>
            <a:r>
              <a:rPr lang="zh-CN" altLang="en-US" dirty="0" smtClean="0"/>
              <a:t>单击文本输入</a:t>
            </a:r>
            <a:endParaRPr lang="zh-CN" altLang="en-US" dirty="0"/>
          </a:p>
        </p:txBody>
      </p:sp>
      <p:sp>
        <p:nvSpPr>
          <p:cNvPr id="33" name="文本占位符 2"/>
          <p:cNvSpPr>
            <a:spLocks noGrp="1"/>
          </p:cNvSpPr>
          <p:nvPr>
            <p:ph type="body" sz="quarter" idx="15" hasCustomPrompt="1"/>
          </p:nvPr>
        </p:nvSpPr>
        <p:spPr>
          <a:xfrm>
            <a:off x="2956379" y="921939"/>
            <a:ext cx="4549775" cy="609600"/>
          </a:xfrm>
        </p:spPr>
        <p:txBody>
          <a:bodyPr/>
          <a:lstStyle>
            <a:lvl1pPr marL="0" indent="0">
              <a:buNone/>
              <a:defRPr sz="2400" b="0">
                <a:solidFill>
                  <a:srgbClr val="00B0F0"/>
                </a:solidFill>
              </a:defRPr>
            </a:lvl1pPr>
            <a:lvl2pPr>
              <a:defRPr sz="2800" b="1">
                <a:solidFill>
                  <a:srgbClr val="00B0F0"/>
                </a:solidFill>
              </a:defRPr>
            </a:lvl2pPr>
            <a:lvl3pPr>
              <a:defRPr sz="2800" b="1">
                <a:solidFill>
                  <a:srgbClr val="00B0F0"/>
                </a:solidFill>
              </a:defRPr>
            </a:lvl3pPr>
            <a:lvl4pPr>
              <a:defRPr sz="2800" b="1">
                <a:solidFill>
                  <a:srgbClr val="00B0F0"/>
                </a:solidFill>
              </a:defRPr>
            </a:lvl4pPr>
            <a:lvl5pPr>
              <a:defRPr sz="2800" b="1">
                <a:solidFill>
                  <a:srgbClr val="00B0F0"/>
                </a:solidFill>
              </a:defRPr>
            </a:lvl5pPr>
          </a:lstStyle>
          <a:p>
            <a:pPr lvl="0"/>
            <a:r>
              <a:rPr lang="zh-CN" altLang="en-US" dirty="0" smtClean="0"/>
              <a:t>单击文本输入</a:t>
            </a:r>
            <a:endParaRPr lang="zh-CN" altLang="en-US" dirty="0"/>
          </a:p>
        </p:txBody>
      </p:sp>
      <p:sp>
        <p:nvSpPr>
          <p:cNvPr id="34" name="文本占位符 21"/>
          <p:cNvSpPr>
            <a:spLocks noGrp="1"/>
          </p:cNvSpPr>
          <p:nvPr>
            <p:ph type="body" sz="quarter" idx="16" hasCustomPrompt="1"/>
          </p:nvPr>
        </p:nvSpPr>
        <p:spPr>
          <a:xfrm>
            <a:off x="721856" y="2182547"/>
            <a:ext cx="297384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0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defTabSz="914377"/>
            <a:r>
              <a:rPr lang="zh-CN" altLang="en-US" dirty="0" smtClean="0"/>
              <a:t>添加标题</a:t>
            </a:r>
            <a:endParaRPr lang="zh-CN" altLang="en-US" dirty="0"/>
          </a:p>
        </p:txBody>
      </p:sp>
      <p:grpSp>
        <p:nvGrpSpPr>
          <p:cNvPr id="17" name="组合 16"/>
          <p:cNvGrpSpPr/>
          <p:nvPr userDrawn="1"/>
        </p:nvGrpSpPr>
        <p:grpSpPr>
          <a:xfrm>
            <a:off x="10394978" y="211599"/>
            <a:ext cx="2080110" cy="1255630"/>
            <a:chOff x="9308250" y="152843"/>
            <a:chExt cx="3083581" cy="1861361"/>
          </a:xfrm>
        </p:grpSpPr>
        <p:sp>
          <p:nvSpPr>
            <p:cNvPr id="23" name="矩形 22"/>
            <p:cNvSpPr/>
            <p:nvPr/>
          </p:nvSpPr>
          <p:spPr>
            <a:xfrm>
              <a:off x="10149384" y="1574633"/>
              <a:ext cx="439571" cy="439571"/>
            </a:xfrm>
            <a:prstGeom prst="rect">
              <a:avLst/>
            </a:prstGeom>
            <a:solidFill>
              <a:schemeClr val="accent1">
                <a:alpha val="1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/>
          </p:nvSpPr>
          <p:spPr>
            <a:xfrm>
              <a:off x="11558225" y="588184"/>
              <a:ext cx="833606" cy="833606"/>
            </a:xfrm>
            <a:prstGeom prst="rect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/>
          </p:nvSpPr>
          <p:spPr>
            <a:xfrm>
              <a:off x="9308250" y="255692"/>
              <a:ext cx="724464" cy="724464"/>
            </a:xfrm>
            <a:prstGeom prst="rect">
              <a:avLst/>
            </a:prstGeom>
            <a:solidFill>
              <a:schemeClr val="accent1">
                <a:alpha val="2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10149384" y="152843"/>
              <a:ext cx="1268947" cy="1268947"/>
            </a:xfrm>
            <a:prstGeom prst="rect">
              <a:avLst/>
            </a:prstGeom>
            <a:solidFill>
              <a:schemeClr val="accent1"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7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0594" y="-127000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498837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/>
        </p:nvSpPr>
        <p:spPr bwMode="auto">
          <a:xfrm>
            <a:off x="-174171" y="-124529"/>
            <a:ext cx="12689115" cy="7108495"/>
          </a:xfrm>
          <a:prstGeom prst="rect">
            <a:avLst/>
          </a:prstGeom>
          <a:gradFill>
            <a:gsLst>
              <a:gs pos="83000">
                <a:srgbClr val="E6E3DE"/>
              </a:gs>
              <a:gs pos="20000">
                <a:srgbClr val="F7F4ED"/>
              </a:gs>
            </a:gsLst>
            <a:path path="circle">
              <a:fillToRect l="50000" t="50000" r="50000" b="50000"/>
            </a:path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-177800" y="-127000"/>
            <a:ext cx="2614611" cy="1590675"/>
            <a:chOff x="-177800" y="-127000"/>
            <a:chExt cx="2614611" cy="1590675"/>
          </a:xfrm>
        </p:grpSpPr>
        <p:sp>
          <p:nvSpPr>
            <p:cNvPr id="13" name="矩形 12"/>
            <p:cNvSpPr/>
            <p:nvPr userDrawn="1"/>
          </p:nvSpPr>
          <p:spPr>
            <a:xfrm>
              <a:off x="-177800" y="463550"/>
              <a:ext cx="1000125" cy="100012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b="1" dirty="0"/>
            </a:p>
          </p:txBody>
        </p:sp>
        <p:sp>
          <p:nvSpPr>
            <p:cNvPr id="15" name="矩形 14"/>
            <p:cNvSpPr/>
            <p:nvPr userDrawn="1"/>
          </p:nvSpPr>
          <p:spPr>
            <a:xfrm>
              <a:off x="-177800" y="-127000"/>
              <a:ext cx="1409700" cy="5905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 userDrawn="1"/>
          </p:nvSpPr>
          <p:spPr>
            <a:xfrm>
              <a:off x="822325" y="463550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 userDrawn="1"/>
          </p:nvSpPr>
          <p:spPr>
            <a:xfrm>
              <a:off x="1231900" y="463550"/>
              <a:ext cx="409575" cy="40957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 userDrawn="1"/>
          </p:nvSpPr>
          <p:spPr>
            <a:xfrm>
              <a:off x="822325" y="1054100"/>
              <a:ext cx="409575" cy="4095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1472405" y="704055"/>
              <a:ext cx="759619" cy="75961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2027236" y="499267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2" name="文本占位符 4"/>
          <p:cNvSpPr>
            <a:spLocks noGrp="1"/>
          </p:cNvSpPr>
          <p:nvPr>
            <p:ph type="body" sz="quarter" idx="13" hasCustomPrompt="1"/>
          </p:nvPr>
        </p:nvSpPr>
        <p:spPr>
          <a:xfrm>
            <a:off x="-31486" y="221599"/>
            <a:ext cx="704850" cy="153272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sz="7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17" name="文本占位符 2"/>
          <p:cNvSpPr>
            <a:spLocks noGrp="1"/>
          </p:cNvSpPr>
          <p:nvPr>
            <p:ph type="body" sz="quarter" idx="14" hasCustomPrompt="1"/>
          </p:nvPr>
        </p:nvSpPr>
        <p:spPr>
          <a:xfrm>
            <a:off x="2950141" y="346514"/>
            <a:ext cx="3962400" cy="75180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 smtClean="0"/>
              <a:t>虚拟化的概念</a:t>
            </a:r>
            <a:endParaRPr lang="zh-CN" altLang="en-US" dirty="0"/>
          </a:p>
        </p:txBody>
      </p:sp>
      <p:sp>
        <p:nvSpPr>
          <p:cNvPr id="23" name="文本占位符 2"/>
          <p:cNvSpPr>
            <a:spLocks noGrp="1"/>
          </p:cNvSpPr>
          <p:nvPr>
            <p:ph type="body" sz="quarter" idx="15" hasCustomPrompt="1"/>
          </p:nvPr>
        </p:nvSpPr>
        <p:spPr>
          <a:xfrm>
            <a:off x="733425" y="2208653"/>
            <a:ext cx="4549775" cy="609600"/>
          </a:xfrm>
        </p:spPr>
        <p:txBody>
          <a:bodyPr/>
          <a:lstStyle>
            <a:lvl1pPr marL="0" indent="0">
              <a:buNone/>
              <a:defRPr sz="2800" b="0">
                <a:solidFill>
                  <a:srgbClr val="00B0F0"/>
                </a:solidFill>
              </a:defRPr>
            </a:lvl1pPr>
            <a:lvl2pPr>
              <a:defRPr sz="2800" b="1">
                <a:solidFill>
                  <a:srgbClr val="00B0F0"/>
                </a:solidFill>
              </a:defRPr>
            </a:lvl2pPr>
            <a:lvl3pPr>
              <a:defRPr sz="2800" b="1">
                <a:solidFill>
                  <a:srgbClr val="00B0F0"/>
                </a:solidFill>
              </a:defRPr>
            </a:lvl3pPr>
            <a:lvl4pPr>
              <a:defRPr sz="2800" b="1">
                <a:solidFill>
                  <a:srgbClr val="00B0F0"/>
                </a:solidFill>
              </a:defRPr>
            </a:lvl4pPr>
            <a:lvl5pPr>
              <a:defRPr sz="2800" b="1">
                <a:solidFill>
                  <a:srgbClr val="00B0F0"/>
                </a:solidFill>
              </a:defRPr>
            </a:lvl5pPr>
          </a:lstStyle>
          <a:p>
            <a:pPr lvl="0"/>
            <a:r>
              <a:rPr lang="zh-CN" altLang="en-US" dirty="0" smtClean="0"/>
              <a:t>单击文本输入</a:t>
            </a:r>
            <a:endParaRPr lang="zh-CN" altLang="en-US" dirty="0"/>
          </a:p>
        </p:txBody>
      </p:sp>
      <p:sp>
        <p:nvSpPr>
          <p:cNvPr id="24" name="文本占位符 2"/>
          <p:cNvSpPr>
            <a:spLocks noGrp="1"/>
          </p:cNvSpPr>
          <p:nvPr>
            <p:ph type="body" sz="quarter" idx="16" hasCustomPrompt="1"/>
          </p:nvPr>
        </p:nvSpPr>
        <p:spPr>
          <a:xfrm>
            <a:off x="2956379" y="921939"/>
            <a:ext cx="4549775" cy="609600"/>
          </a:xfrm>
        </p:spPr>
        <p:txBody>
          <a:bodyPr/>
          <a:lstStyle>
            <a:lvl1pPr marL="0" indent="0">
              <a:buNone/>
              <a:defRPr sz="2400" b="0">
                <a:solidFill>
                  <a:srgbClr val="00B0F0"/>
                </a:solidFill>
              </a:defRPr>
            </a:lvl1pPr>
            <a:lvl2pPr>
              <a:defRPr sz="2800" b="1">
                <a:solidFill>
                  <a:srgbClr val="00B0F0"/>
                </a:solidFill>
              </a:defRPr>
            </a:lvl2pPr>
            <a:lvl3pPr>
              <a:defRPr sz="2800" b="1">
                <a:solidFill>
                  <a:srgbClr val="00B0F0"/>
                </a:solidFill>
              </a:defRPr>
            </a:lvl3pPr>
            <a:lvl4pPr>
              <a:defRPr sz="2800" b="1">
                <a:solidFill>
                  <a:srgbClr val="00B0F0"/>
                </a:solidFill>
              </a:defRPr>
            </a:lvl4pPr>
            <a:lvl5pPr>
              <a:defRPr sz="2800" b="1">
                <a:solidFill>
                  <a:srgbClr val="00B0F0"/>
                </a:solidFill>
              </a:defRPr>
            </a:lvl5pPr>
          </a:lstStyle>
          <a:p>
            <a:pPr lvl="0"/>
            <a:r>
              <a:rPr lang="zh-CN" altLang="en-US" dirty="0" smtClean="0"/>
              <a:t>单击文本输入</a:t>
            </a:r>
            <a:endParaRPr lang="zh-CN" altLang="en-US" dirty="0"/>
          </a:p>
        </p:txBody>
      </p:sp>
      <p:grpSp>
        <p:nvGrpSpPr>
          <p:cNvPr id="22" name="组合 21"/>
          <p:cNvGrpSpPr/>
          <p:nvPr userDrawn="1"/>
        </p:nvGrpSpPr>
        <p:grpSpPr>
          <a:xfrm>
            <a:off x="10394978" y="211599"/>
            <a:ext cx="2080110" cy="1255630"/>
            <a:chOff x="9308250" y="152843"/>
            <a:chExt cx="3083581" cy="1861361"/>
          </a:xfrm>
        </p:grpSpPr>
        <p:sp>
          <p:nvSpPr>
            <p:cNvPr id="25" name="矩形 24"/>
            <p:cNvSpPr/>
            <p:nvPr/>
          </p:nvSpPr>
          <p:spPr>
            <a:xfrm>
              <a:off x="10149384" y="1574633"/>
              <a:ext cx="439571" cy="439571"/>
            </a:xfrm>
            <a:prstGeom prst="rect">
              <a:avLst/>
            </a:prstGeom>
            <a:solidFill>
              <a:schemeClr val="accent1">
                <a:alpha val="1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11558225" y="588184"/>
              <a:ext cx="833606" cy="833606"/>
            </a:xfrm>
            <a:prstGeom prst="rect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/>
            <p:cNvSpPr/>
            <p:nvPr/>
          </p:nvSpPr>
          <p:spPr>
            <a:xfrm>
              <a:off x="9308250" y="255692"/>
              <a:ext cx="724464" cy="724464"/>
            </a:xfrm>
            <a:prstGeom prst="rect">
              <a:avLst/>
            </a:prstGeom>
            <a:solidFill>
              <a:schemeClr val="accent1">
                <a:alpha val="2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/>
            <p:cNvSpPr/>
            <p:nvPr/>
          </p:nvSpPr>
          <p:spPr>
            <a:xfrm>
              <a:off x="10149384" y="152843"/>
              <a:ext cx="1268947" cy="1268947"/>
            </a:xfrm>
            <a:prstGeom prst="rect">
              <a:avLst/>
            </a:prstGeom>
            <a:solidFill>
              <a:schemeClr val="accent1"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9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0594" y="-140632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6310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/>
        </p:nvSpPr>
        <p:spPr bwMode="auto">
          <a:xfrm>
            <a:off x="-174171" y="-124529"/>
            <a:ext cx="12689115" cy="7108495"/>
          </a:xfrm>
          <a:prstGeom prst="rect">
            <a:avLst/>
          </a:prstGeom>
          <a:gradFill>
            <a:gsLst>
              <a:gs pos="83000">
                <a:srgbClr val="E6E3DE"/>
              </a:gs>
              <a:gs pos="20000">
                <a:srgbClr val="F7F4ED"/>
              </a:gs>
            </a:gsLst>
            <a:path path="circle">
              <a:fillToRect l="50000" t="50000" r="50000" b="50000"/>
            </a:path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-177800" y="-127000"/>
            <a:ext cx="2614611" cy="1590675"/>
            <a:chOff x="-177800" y="-127000"/>
            <a:chExt cx="2614611" cy="1590675"/>
          </a:xfrm>
        </p:grpSpPr>
        <p:sp>
          <p:nvSpPr>
            <p:cNvPr id="13" name="矩形 12"/>
            <p:cNvSpPr/>
            <p:nvPr userDrawn="1"/>
          </p:nvSpPr>
          <p:spPr>
            <a:xfrm>
              <a:off x="-177800" y="463550"/>
              <a:ext cx="1000125" cy="100012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b="1" dirty="0"/>
            </a:p>
          </p:txBody>
        </p:sp>
        <p:sp>
          <p:nvSpPr>
            <p:cNvPr id="15" name="矩形 14"/>
            <p:cNvSpPr/>
            <p:nvPr userDrawn="1"/>
          </p:nvSpPr>
          <p:spPr>
            <a:xfrm>
              <a:off x="-177800" y="-127000"/>
              <a:ext cx="1409700" cy="5905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 userDrawn="1"/>
          </p:nvSpPr>
          <p:spPr>
            <a:xfrm>
              <a:off x="822325" y="463550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 userDrawn="1"/>
          </p:nvSpPr>
          <p:spPr>
            <a:xfrm>
              <a:off x="1231900" y="463550"/>
              <a:ext cx="409575" cy="40957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 userDrawn="1"/>
          </p:nvSpPr>
          <p:spPr>
            <a:xfrm>
              <a:off x="822325" y="1054100"/>
              <a:ext cx="409575" cy="4095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1472405" y="704055"/>
              <a:ext cx="759619" cy="75961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2027236" y="499267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2" name="文本占位符 4"/>
          <p:cNvSpPr>
            <a:spLocks noGrp="1"/>
          </p:cNvSpPr>
          <p:nvPr>
            <p:ph type="body" sz="quarter" idx="13" hasCustomPrompt="1"/>
          </p:nvPr>
        </p:nvSpPr>
        <p:spPr>
          <a:xfrm>
            <a:off x="-31486" y="221599"/>
            <a:ext cx="704850" cy="141635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sz="7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dirty="0" smtClean="0"/>
              <a:t>3</a:t>
            </a:r>
            <a:endParaRPr lang="zh-CN" altLang="en-US" dirty="0"/>
          </a:p>
        </p:txBody>
      </p:sp>
      <p:sp>
        <p:nvSpPr>
          <p:cNvPr id="22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2950141" y="346514"/>
            <a:ext cx="3962400" cy="75180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31" name="文本占位符 2"/>
          <p:cNvSpPr>
            <a:spLocks noGrp="1"/>
          </p:cNvSpPr>
          <p:nvPr>
            <p:ph type="body" sz="quarter" idx="14" hasCustomPrompt="1"/>
          </p:nvPr>
        </p:nvSpPr>
        <p:spPr>
          <a:xfrm>
            <a:off x="428625" y="2970653"/>
            <a:ext cx="4549775" cy="45906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0">
                <a:solidFill>
                  <a:srgbClr val="00B0F0"/>
                </a:solidFill>
              </a:defRPr>
            </a:lvl1pPr>
            <a:lvl2pPr>
              <a:defRPr sz="2800" b="1">
                <a:solidFill>
                  <a:srgbClr val="00B0F0"/>
                </a:solidFill>
              </a:defRPr>
            </a:lvl2pPr>
            <a:lvl3pPr>
              <a:defRPr sz="2800" b="1">
                <a:solidFill>
                  <a:srgbClr val="00B0F0"/>
                </a:solidFill>
              </a:defRPr>
            </a:lvl3pPr>
            <a:lvl4pPr>
              <a:defRPr sz="2800" b="1">
                <a:solidFill>
                  <a:srgbClr val="00B0F0"/>
                </a:solidFill>
              </a:defRPr>
            </a:lvl4pPr>
            <a:lvl5pPr>
              <a:defRPr sz="2800" b="1">
                <a:solidFill>
                  <a:srgbClr val="00B0F0"/>
                </a:solidFill>
              </a:defRPr>
            </a:lvl5pPr>
          </a:lstStyle>
          <a:p>
            <a:pPr lvl="0"/>
            <a:r>
              <a:rPr lang="zh-CN" altLang="en-US" dirty="0" smtClean="0"/>
              <a:t>单击文本输入</a:t>
            </a:r>
            <a:endParaRPr lang="en-US" altLang="zh-CN" dirty="0" smtClean="0"/>
          </a:p>
          <a:p>
            <a:pPr lvl="0"/>
            <a:endParaRPr lang="zh-CN" altLang="en-US" dirty="0"/>
          </a:p>
        </p:txBody>
      </p:sp>
      <p:sp>
        <p:nvSpPr>
          <p:cNvPr id="33" name="文本占位符 2"/>
          <p:cNvSpPr>
            <a:spLocks noGrp="1"/>
          </p:cNvSpPr>
          <p:nvPr>
            <p:ph type="body" sz="quarter" idx="15" hasCustomPrompt="1"/>
          </p:nvPr>
        </p:nvSpPr>
        <p:spPr>
          <a:xfrm>
            <a:off x="2956379" y="921939"/>
            <a:ext cx="4549775" cy="609600"/>
          </a:xfrm>
        </p:spPr>
        <p:txBody>
          <a:bodyPr/>
          <a:lstStyle>
            <a:lvl1pPr marL="0" indent="0">
              <a:buNone/>
              <a:defRPr sz="2400" b="0">
                <a:solidFill>
                  <a:srgbClr val="00B0F0"/>
                </a:solidFill>
              </a:defRPr>
            </a:lvl1pPr>
            <a:lvl2pPr>
              <a:defRPr sz="2800" b="1">
                <a:solidFill>
                  <a:srgbClr val="00B0F0"/>
                </a:solidFill>
              </a:defRPr>
            </a:lvl2pPr>
            <a:lvl3pPr>
              <a:defRPr sz="2800" b="1">
                <a:solidFill>
                  <a:srgbClr val="00B0F0"/>
                </a:solidFill>
              </a:defRPr>
            </a:lvl3pPr>
            <a:lvl4pPr>
              <a:defRPr sz="2800" b="1">
                <a:solidFill>
                  <a:srgbClr val="00B0F0"/>
                </a:solidFill>
              </a:defRPr>
            </a:lvl4pPr>
            <a:lvl5pPr>
              <a:defRPr sz="2800" b="1">
                <a:solidFill>
                  <a:srgbClr val="00B0F0"/>
                </a:solidFill>
              </a:defRPr>
            </a:lvl5pPr>
          </a:lstStyle>
          <a:p>
            <a:pPr lvl="0"/>
            <a:r>
              <a:rPr lang="zh-CN" altLang="en-US" dirty="0" smtClean="0"/>
              <a:t>单击文本输入</a:t>
            </a:r>
            <a:endParaRPr lang="zh-CN" altLang="en-US" dirty="0"/>
          </a:p>
        </p:txBody>
      </p:sp>
      <p:sp>
        <p:nvSpPr>
          <p:cNvPr id="34" name="文本占位符 21"/>
          <p:cNvSpPr>
            <a:spLocks noGrp="1"/>
          </p:cNvSpPr>
          <p:nvPr>
            <p:ph type="body" sz="quarter" idx="16" hasCustomPrompt="1"/>
          </p:nvPr>
        </p:nvSpPr>
        <p:spPr>
          <a:xfrm>
            <a:off x="417056" y="3940575"/>
            <a:ext cx="297384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0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defTabSz="914377"/>
            <a:r>
              <a:rPr lang="zh-CN" altLang="en-US" dirty="0" smtClean="0"/>
              <a:t>添加标题</a:t>
            </a:r>
            <a:endParaRPr lang="zh-CN" altLang="en-US" dirty="0"/>
          </a:p>
        </p:txBody>
      </p:sp>
      <p:grpSp>
        <p:nvGrpSpPr>
          <p:cNvPr id="17" name="组合 16"/>
          <p:cNvGrpSpPr/>
          <p:nvPr userDrawn="1"/>
        </p:nvGrpSpPr>
        <p:grpSpPr>
          <a:xfrm>
            <a:off x="10394978" y="211599"/>
            <a:ext cx="2080110" cy="1255630"/>
            <a:chOff x="9308250" y="152843"/>
            <a:chExt cx="3083581" cy="1861361"/>
          </a:xfrm>
        </p:grpSpPr>
        <p:sp>
          <p:nvSpPr>
            <p:cNvPr id="23" name="矩形 22"/>
            <p:cNvSpPr/>
            <p:nvPr/>
          </p:nvSpPr>
          <p:spPr>
            <a:xfrm>
              <a:off x="10149384" y="1574633"/>
              <a:ext cx="439571" cy="439571"/>
            </a:xfrm>
            <a:prstGeom prst="rect">
              <a:avLst/>
            </a:prstGeom>
            <a:solidFill>
              <a:schemeClr val="accent1">
                <a:alpha val="1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/>
          </p:nvSpPr>
          <p:spPr>
            <a:xfrm>
              <a:off x="11558225" y="588184"/>
              <a:ext cx="833606" cy="833606"/>
            </a:xfrm>
            <a:prstGeom prst="rect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/>
          </p:nvSpPr>
          <p:spPr>
            <a:xfrm>
              <a:off x="9308250" y="255692"/>
              <a:ext cx="724464" cy="724464"/>
            </a:xfrm>
            <a:prstGeom prst="rect">
              <a:avLst/>
            </a:prstGeom>
            <a:solidFill>
              <a:schemeClr val="accent1">
                <a:alpha val="2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10149384" y="152843"/>
              <a:ext cx="1268947" cy="1268947"/>
            </a:xfrm>
            <a:prstGeom prst="rect">
              <a:avLst/>
            </a:prstGeom>
            <a:solidFill>
              <a:schemeClr val="accent1"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7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0594" y="-127000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3087215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/>
        </p:nvSpPr>
        <p:spPr bwMode="auto">
          <a:xfrm>
            <a:off x="-174171" y="-124529"/>
            <a:ext cx="12689115" cy="7108495"/>
          </a:xfrm>
          <a:prstGeom prst="rect">
            <a:avLst/>
          </a:prstGeom>
          <a:gradFill>
            <a:gsLst>
              <a:gs pos="83000">
                <a:srgbClr val="E6E3DE"/>
              </a:gs>
              <a:gs pos="20000">
                <a:srgbClr val="F7F4ED"/>
              </a:gs>
            </a:gsLst>
            <a:path path="circle">
              <a:fillToRect l="50000" t="50000" r="50000" b="50000"/>
            </a:path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-177800" y="-127000"/>
            <a:ext cx="2614611" cy="1590675"/>
            <a:chOff x="-177800" y="-127000"/>
            <a:chExt cx="2614611" cy="1590675"/>
          </a:xfrm>
        </p:grpSpPr>
        <p:sp>
          <p:nvSpPr>
            <p:cNvPr id="13" name="矩形 12"/>
            <p:cNvSpPr/>
            <p:nvPr userDrawn="1"/>
          </p:nvSpPr>
          <p:spPr>
            <a:xfrm>
              <a:off x="-177800" y="463550"/>
              <a:ext cx="1000125" cy="100012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b="1" dirty="0"/>
            </a:p>
          </p:txBody>
        </p:sp>
        <p:sp>
          <p:nvSpPr>
            <p:cNvPr id="15" name="矩形 14"/>
            <p:cNvSpPr/>
            <p:nvPr userDrawn="1"/>
          </p:nvSpPr>
          <p:spPr>
            <a:xfrm>
              <a:off x="-177800" y="-127000"/>
              <a:ext cx="1409700" cy="5905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 userDrawn="1"/>
          </p:nvSpPr>
          <p:spPr>
            <a:xfrm>
              <a:off x="822325" y="463550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 userDrawn="1"/>
          </p:nvSpPr>
          <p:spPr>
            <a:xfrm>
              <a:off x="1231900" y="463550"/>
              <a:ext cx="409575" cy="40957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 userDrawn="1"/>
          </p:nvSpPr>
          <p:spPr>
            <a:xfrm>
              <a:off x="822325" y="1054100"/>
              <a:ext cx="409575" cy="4095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1472405" y="704055"/>
              <a:ext cx="759619" cy="75961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2027236" y="499267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2" name="文本占位符 4"/>
          <p:cNvSpPr>
            <a:spLocks noGrp="1"/>
          </p:cNvSpPr>
          <p:nvPr>
            <p:ph type="body" sz="quarter" idx="13" hasCustomPrompt="1"/>
          </p:nvPr>
        </p:nvSpPr>
        <p:spPr>
          <a:xfrm>
            <a:off x="-31486" y="221599"/>
            <a:ext cx="704850" cy="141635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sz="7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dirty="0" smtClean="0"/>
              <a:t>3</a:t>
            </a:r>
            <a:endParaRPr lang="zh-CN" altLang="en-US" dirty="0"/>
          </a:p>
        </p:txBody>
      </p:sp>
      <p:sp>
        <p:nvSpPr>
          <p:cNvPr id="22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2950141" y="346514"/>
            <a:ext cx="3962400" cy="75180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33" name="文本占位符 2"/>
          <p:cNvSpPr>
            <a:spLocks noGrp="1"/>
          </p:cNvSpPr>
          <p:nvPr>
            <p:ph type="body" sz="quarter" idx="15" hasCustomPrompt="1"/>
          </p:nvPr>
        </p:nvSpPr>
        <p:spPr>
          <a:xfrm>
            <a:off x="2956379" y="921939"/>
            <a:ext cx="4549775" cy="609600"/>
          </a:xfrm>
        </p:spPr>
        <p:txBody>
          <a:bodyPr/>
          <a:lstStyle>
            <a:lvl1pPr marL="0" indent="0">
              <a:buNone/>
              <a:defRPr sz="2400" b="0">
                <a:solidFill>
                  <a:srgbClr val="00B0F0"/>
                </a:solidFill>
              </a:defRPr>
            </a:lvl1pPr>
            <a:lvl2pPr>
              <a:defRPr sz="2800" b="1">
                <a:solidFill>
                  <a:srgbClr val="00B0F0"/>
                </a:solidFill>
              </a:defRPr>
            </a:lvl2pPr>
            <a:lvl3pPr>
              <a:defRPr sz="2800" b="1">
                <a:solidFill>
                  <a:srgbClr val="00B0F0"/>
                </a:solidFill>
              </a:defRPr>
            </a:lvl3pPr>
            <a:lvl4pPr>
              <a:defRPr sz="2800" b="1">
                <a:solidFill>
                  <a:srgbClr val="00B0F0"/>
                </a:solidFill>
              </a:defRPr>
            </a:lvl4pPr>
            <a:lvl5pPr>
              <a:defRPr sz="2800" b="1">
                <a:solidFill>
                  <a:srgbClr val="00B0F0"/>
                </a:solidFill>
              </a:defRPr>
            </a:lvl5pPr>
          </a:lstStyle>
          <a:p>
            <a:pPr lvl="0"/>
            <a:r>
              <a:rPr lang="zh-CN" altLang="en-US" dirty="0" smtClean="0"/>
              <a:t>单击文本输入</a:t>
            </a:r>
            <a:endParaRPr lang="zh-CN" altLang="en-US" dirty="0"/>
          </a:p>
        </p:txBody>
      </p:sp>
      <p:sp>
        <p:nvSpPr>
          <p:cNvPr id="34" name="文本占位符 21"/>
          <p:cNvSpPr>
            <a:spLocks noGrp="1"/>
          </p:cNvSpPr>
          <p:nvPr>
            <p:ph type="body" sz="quarter" idx="16" hasCustomPrompt="1"/>
          </p:nvPr>
        </p:nvSpPr>
        <p:spPr>
          <a:xfrm>
            <a:off x="721856" y="2182547"/>
            <a:ext cx="297384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0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defTabSz="914377"/>
            <a:r>
              <a:rPr lang="zh-CN" altLang="en-US" dirty="0" smtClean="0"/>
              <a:t>添加标题</a:t>
            </a:r>
            <a:endParaRPr lang="zh-CN" altLang="en-US" dirty="0"/>
          </a:p>
        </p:txBody>
      </p:sp>
      <p:sp>
        <p:nvSpPr>
          <p:cNvPr id="17" name="圆角矩形 16"/>
          <p:cNvSpPr/>
          <p:nvPr userDrawn="1"/>
        </p:nvSpPr>
        <p:spPr>
          <a:xfrm rot="10800000" flipV="1">
            <a:off x="695621" y="5695950"/>
            <a:ext cx="2850653" cy="611653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>
              <a:lnSpc>
                <a:spcPct val="130000"/>
              </a:lnSpc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占位符 2"/>
          <p:cNvSpPr>
            <a:spLocks noGrp="1"/>
          </p:cNvSpPr>
          <p:nvPr>
            <p:ph type="body" sz="quarter" idx="14" hasCustomPrompt="1"/>
          </p:nvPr>
        </p:nvSpPr>
        <p:spPr>
          <a:xfrm>
            <a:off x="-92075" y="5765944"/>
            <a:ext cx="4549775" cy="495156"/>
          </a:xfrm>
        </p:spPr>
        <p:txBody>
          <a:bodyPr/>
          <a:lstStyle>
            <a:lvl1pPr marL="0" indent="0" algn="ctr">
              <a:buNone/>
              <a:defRPr sz="2000" b="0">
                <a:solidFill>
                  <a:schemeClr val="bg1"/>
                </a:solidFill>
              </a:defRPr>
            </a:lvl1pPr>
            <a:lvl2pPr>
              <a:defRPr sz="2800" b="1">
                <a:solidFill>
                  <a:srgbClr val="00B0F0"/>
                </a:solidFill>
              </a:defRPr>
            </a:lvl2pPr>
            <a:lvl3pPr>
              <a:defRPr sz="2800" b="1">
                <a:solidFill>
                  <a:srgbClr val="00B0F0"/>
                </a:solidFill>
              </a:defRPr>
            </a:lvl3pPr>
            <a:lvl4pPr>
              <a:defRPr sz="2800" b="1">
                <a:solidFill>
                  <a:srgbClr val="00B0F0"/>
                </a:solidFill>
              </a:defRPr>
            </a:lvl4pPr>
            <a:lvl5pPr>
              <a:defRPr sz="2800" b="1">
                <a:solidFill>
                  <a:srgbClr val="00B0F0"/>
                </a:solidFill>
              </a:defRPr>
            </a:lvl5pPr>
          </a:lstStyle>
          <a:p>
            <a:pPr lvl="0"/>
            <a:r>
              <a:rPr lang="zh-CN" altLang="en-US" dirty="0" smtClean="0"/>
              <a:t>单击文本输入</a:t>
            </a:r>
            <a:endParaRPr lang="zh-CN" altLang="en-US" dirty="0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10394978" y="211599"/>
            <a:ext cx="2080110" cy="1255630"/>
            <a:chOff x="9308250" y="152843"/>
            <a:chExt cx="3083581" cy="1861361"/>
          </a:xfrm>
        </p:grpSpPr>
        <p:sp>
          <p:nvSpPr>
            <p:cNvPr id="25" name="矩形 24"/>
            <p:cNvSpPr/>
            <p:nvPr/>
          </p:nvSpPr>
          <p:spPr>
            <a:xfrm>
              <a:off x="10149384" y="1574633"/>
              <a:ext cx="439571" cy="439571"/>
            </a:xfrm>
            <a:prstGeom prst="rect">
              <a:avLst/>
            </a:prstGeom>
            <a:solidFill>
              <a:schemeClr val="accent1">
                <a:alpha val="1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11558225" y="588184"/>
              <a:ext cx="833606" cy="833606"/>
            </a:xfrm>
            <a:prstGeom prst="rect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/>
            <p:cNvSpPr/>
            <p:nvPr/>
          </p:nvSpPr>
          <p:spPr>
            <a:xfrm>
              <a:off x="9308250" y="255692"/>
              <a:ext cx="724464" cy="724464"/>
            </a:xfrm>
            <a:prstGeom prst="rect">
              <a:avLst/>
            </a:prstGeom>
            <a:solidFill>
              <a:schemeClr val="accent1">
                <a:alpha val="2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/>
            <p:cNvSpPr/>
            <p:nvPr/>
          </p:nvSpPr>
          <p:spPr>
            <a:xfrm>
              <a:off x="10149384" y="152843"/>
              <a:ext cx="1268947" cy="1268947"/>
            </a:xfrm>
            <a:prstGeom prst="rect">
              <a:avLst/>
            </a:prstGeom>
            <a:solidFill>
              <a:schemeClr val="accent1"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9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0594" y="-127000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451316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/>
        </p:nvSpPr>
        <p:spPr bwMode="auto">
          <a:xfrm>
            <a:off x="-9525" y="-4534"/>
            <a:ext cx="12217398" cy="6857999"/>
          </a:xfrm>
          <a:prstGeom prst="rect">
            <a:avLst/>
          </a:prstGeom>
          <a:gradFill>
            <a:gsLst>
              <a:gs pos="83000">
                <a:srgbClr val="E6E3DE"/>
              </a:gs>
              <a:gs pos="20000">
                <a:srgbClr val="F7F4ED"/>
              </a:gs>
            </a:gsLst>
            <a:path path="circle">
              <a:fillToRect l="50000" t="50000" r="50000" b="50000"/>
            </a:path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-15874" y="-119287"/>
            <a:ext cx="2114352" cy="1286328"/>
            <a:chOff x="-177800" y="-127000"/>
            <a:chExt cx="2614611" cy="1590675"/>
          </a:xfrm>
        </p:grpSpPr>
        <p:sp>
          <p:nvSpPr>
            <p:cNvPr id="13" name="矩形 12"/>
            <p:cNvSpPr/>
            <p:nvPr userDrawn="1"/>
          </p:nvSpPr>
          <p:spPr>
            <a:xfrm>
              <a:off x="-177800" y="463550"/>
              <a:ext cx="1204912" cy="100012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b="1" dirty="0"/>
            </a:p>
          </p:txBody>
        </p:sp>
        <p:sp>
          <p:nvSpPr>
            <p:cNvPr id="15" name="矩形 14"/>
            <p:cNvSpPr/>
            <p:nvPr userDrawn="1"/>
          </p:nvSpPr>
          <p:spPr>
            <a:xfrm>
              <a:off x="-177800" y="-127000"/>
              <a:ext cx="1409700" cy="5905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 userDrawn="1"/>
          </p:nvSpPr>
          <p:spPr>
            <a:xfrm>
              <a:off x="1010783" y="546001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 userDrawn="1"/>
          </p:nvSpPr>
          <p:spPr>
            <a:xfrm>
              <a:off x="1420358" y="546001"/>
              <a:ext cx="409575" cy="40957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 userDrawn="1"/>
          </p:nvSpPr>
          <p:spPr>
            <a:xfrm>
              <a:off x="1010783" y="1054100"/>
              <a:ext cx="409575" cy="4095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1625145" y="848819"/>
              <a:ext cx="606880" cy="61485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2027236" y="540488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2" name="文本占位符 4"/>
          <p:cNvSpPr>
            <a:spLocks noGrp="1"/>
          </p:cNvSpPr>
          <p:nvPr>
            <p:ph type="body" sz="quarter" idx="13" hasCustomPrompt="1"/>
          </p:nvPr>
        </p:nvSpPr>
        <p:spPr>
          <a:xfrm>
            <a:off x="130439" y="-75035"/>
            <a:ext cx="704850" cy="153272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sz="7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dirty="0" smtClean="0"/>
              <a:t>3</a:t>
            </a:r>
            <a:endParaRPr lang="zh-CN" altLang="en-US" dirty="0"/>
          </a:p>
        </p:txBody>
      </p:sp>
      <p:sp>
        <p:nvSpPr>
          <p:cNvPr id="17" name="文本占位符 2"/>
          <p:cNvSpPr>
            <a:spLocks noGrp="1"/>
          </p:cNvSpPr>
          <p:nvPr>
            <p:ph type="body" sz="quarter" idx="14" hasCustomPrompt="1"/>
          </p:nvPr>
        </p:nvSpPr>
        <p:spPr>
          <a:xfrm>
            <a:off x="2156462" y="190422"/>
            <a:ext cx="3962400" cy="75180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 smtClean="0"/>
              <a:t>输入标题</a:t>
            </a:r>
            <a:endParaRPr lang="zh-CN" altLang="en-US" dirty="0"/>
          </a:p>
        </p:txBody>
      </p:sp>
      <p:sp>
        <p:nvSpPr>
          <p:cNvPr id="24" name="文本占位符 2"/>
          <p:cNvSpPr>
            <a:spLocks noGrp="1"/>
          </p:cNvSpPr>
          <p:nvPr>
            <p:ph type="body" sz="quarter" idx="16" hasCustomPrompt="1"/>
          </p:nvPr>
        </p:nvSpPr>
        <p:spPr>
          <a:xfrm>
            <a:off x="2162700" y="765847"/>
            <a:ext cx="4549775" cy="609600"/>
          </a:xfrm>
        </p:spPr>
        <p:txBody>
          <a:bodyPr/>
          <a:lstStyle>
            <a:lvl1pPr marL="0" indent="0">
              <a:buNone/>
              <a:defRPr sz="24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2800" b="1">
                <a:solidFill>
                  <a:srgbClr val="00B0F0"/>
                </a:solidFill>
              </a:defRPr>
            </a:lvl2pPr>
            <a:lvl3pPr>
              <a:defRPr sz="2800" b="1">
                <a:solidFill>
                  <a:srgbClr val="00B0F0"/>
                </a:solidFill>
              </a:defRPr>
            </a:lvl3pPr>
            <a:lvl4pPr>
              <a:defRPr sz="2800" b="1">
                <a:solidFill>
                  <a:srgbClr val="00B0F0"/>
                </a:solidFill>
              </a:defRPr>
            </a:lvl4pPr>
            <a:lvl5pPr>
              <a:defRPr sz="2800" b="1">
                <a:solidFill>
                  <a:srgbClr val="00B0F0"/>
                </a:solidFill>
              </a:defRPr>
            </a:lvl5pPr>
          </a:lstStyle>
          <a:p>
            <a:pPr lvl="0"/>
            <a:r>
              <a:rPr lang="zh-CN" altLang="en-US" dirty="0" smtClean="0"/>
              <a:t>输入文本输入</a:t>
            </a:r>
            <a:endParaRPr lang="zh-CN" altLang="en-US" dirty="0"/>
          </a:p>
        </p:txBody>
      </p:sp>
      <p:sp>
        <p:nvSpPr>
          <p:cNvPr id="25" name="矩形 24"/>
          <p:cNvSpPr/>
          <p:nvPr userDrawn="1"/>
        </p:nvSpPr>
        <p:spPr>
          <a:xfrm>
            <a:off x="6084353" y="252859"/>
            <a:ext cx="6133045" cy="75044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rgbClr val="11B0E9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grpSp>
        <p:nvGrpSpPr>
          <p:cNvPr id="26" name="组 97"/>
          <p:cNvGrpSpPr/>
          <p:nvPr userDrawn="1"/>
        </p:nvGrpSpPr>
        <p:grpSpPr>
          <a:xfrm>
            <a:off x="8814189" y="329060"/>
            <a:ext cx="3441689" cy="573186"/>
            <a:chOff x="9284089" y="252855"/>
            <a:chExt cx="2907908" cy="484289"/>
          </a:xfrm>
        </p:grpSpPr>
        <p:grpSp>
          <p:nvGrpSpPr>
            <p:cNvPr id="27" name="组 98"/>
            <p:cNvGrpSpPr/>
            <p:nvPr/>
          </p:nvGrpSpPr>
          <p:grpSpPr>
            <a:xfrm>
              <a:off x="11454105" y="252856"/>
              <a:ext cx="737892" cy="484288"/>
              <a:chOff x="11454105" y="252856"/>
              <a:chExt cx="737892" cy="484288"/>
            </a:xfrm>
          </p:grpSpPr>
          <p:grpSp>
            <p:nvGrpSpPr>
              <p:cNvPr id="29" name="组 100"/>
              <p:cNvGrpSpPr/>
              <p:nvPr/>
            </p:nvGrpSpPr>
            <p:grpSpPr>
              <a:xfrm>
                <a:off x="12039604" y="252856"/>
                <a:ext cx="152393" cy="484287"/>
                <a:chOff x="12039604" y="252856"/>
                <a:chExt cx="152393" cy="484287"/>
              </a:xfrm>
            </p:grpSpPr>
            <p:sp>
              <p:nvSpPr>
                <p:cNvPr id="34" name="圆角矩形 33"/>
                <p:cNvSpPr/>
                <p:nvPr/>
              </p:nvSpPr>
              <p:spPr>
                <a:xfrm rot="16200000" flipV="1">
                  <a:off x="12072988" y="518121"/>
                  <a:ext cx="85626" cy="152392"/>
                </a:xfrm>
                <a:prstGeom prst="roundRect">
                  <a:avLst>
                    <a:gd name="adj" fmla="val 5039"/>
                  </a:avLst>
                </a:prstGeom>
                <a:solidFill>
                  <a:srgbClr val="2898D6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5" name="圆角矩形 34"/>
                <p:cNvSpPr/>
                <p:nvPr/>
              </p:nvSpPr>
              <p:spPr>
                <a:xfrm rot="16200000" flipV="1">
                  <a:off x="12072988" y="618134"/>
                  <a:ext cx="85626" cy="152392"/>
                </a:xfrm>
                <a:prstGeom prst="roundRect">
                  <a:avLst>
                    <a:gd name="adj" fmla="val 5039"/>
                  </a:avLst>
                </a:prstGeom>
                <a:solidFill>
                  <a:srgbClr val="0070C0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6" name="圆角矩形 35"/>
                <p:cNvSpPr/>
                <p:nvPr/>
              </p:nvSpPr>
              <p:spPr>
                <a:xfrm rot="16200000" flipV="1">
                  <a:off x="12072988" y="321750"/>
                  <a:ext cx="85626" cy="152392"/>
                </a:xfrm>
                <a:prstGeom prst="roundRect">
                  <a:avLst>
                    <a:gd name="adj" fmla="val 5039"/>
                  </a:avLst>
                </a:prstGeom>
                <a:solidFill>
                  <a:srgbClr val="2898D6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7" name="圆角矩形 36"/>
                <p:cNvSpPr/>
                <p:nvPr/>
              </p:nvSpPr>
              <p:spPr>
                <a:xfrm rot="16200000" flipV="1">
                  <a:off x="12072988" y="421763"/>
                  <a:ext cx="85626" cy="152392"/>
                </a:xfrm>
                <a:prstGeom prst="roundRect">
                  <a:avLst>
                    <a:gd name="adj" fmla="val 5039"/>
                  </a:avLst>
                </a:prstGeom>
                <a:solidFill>
                  <a:srgbClr val="0070C0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8" name="圆角矩形 37"/>
                <p:cNvSpPr/>
                <p:nvPr/>
              </p:nvSpPr>
              <p:spPr>
                <a:xfrm rot="16200000" flipV="1">
                  <a:off x="12072987" y="219473"/>
                  <a:ext cx="85626" cy="152392"/>
                </a:xfrm>
                <a:prstGeom prst="roundRect">
                  <a:avLst>
                    <a:gd name="adj" fmla="val 5039"/>
                  </a:avLst>
                </a:prstGeom>
                <a:solidFill>
                  <a:srgbClr val="0070C0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30" name="组合 99"/>
              <p:cNvGrpSpPr/>
              <p:nvPr/>
            </p:nvGrpSpPr>
            <p:grpSpPr>
              <a:xfrm>
                <a:off x="11454105" y="252857"/>
                <a:ext cx="491115" cy="484287"/>
                <a:chOff x="1528922" y="220271"/>
                <a:chExt cx="1284096" cy="1266241"/>
              </a:xfrm>
            </p:grpSpPr>
            <p:sp>
              <p:nvSpPr>
                <p:cNvPr id="31" name="圆角矩形 30"/>
                <p:cNvSpPr/>
                <p:nvPr/>
              </p:nvSpPr>
              <p:spPr>
                <a:xfrm rot="16200000" flipV="1">
                  <a:off x="1537849" y="211344"/>
                  <a:ext cx="1266241" cy="1284096"/>
                </a:xfrm>
                <a:prstGeom prst="roundRect">
                  <a:avLst>
                    <a:gd name="adj" fmla="val 5039"/>
                  </a:avLst>
                </a:prstGeom>
                <a:solidFill>
                  <a:srgbClr val="2898D6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Freeform 96"/>
                <p:cNvSpPr>
                  <a:spLocks/>
                </p:cNvSpPr>
                <p:nvPr/>
              </p:nvSpPr>
              <p:spPr bwMode="auto">
                <a:xfrm>
                  <a:off x="1804149" y="499515"/>
                  <a:ext cx="733646" cy="707752"/>
                </a:xfrm>
                <a:custGeom>
                  <a:avLst/>
                  <a:gdLst>
                    <a:gd name="T0" fmla="*/ 184 w 216"/>
                    <a:gd name="T1" fmla="*/ 0 h 208"/>
                    <a:gd name="T2" fmla="*/ 152 w 216"/>
                    <a:gd name="T3" fmla="*/ 32 h 208"/>
                    <a:gd name="T4" fmla="*/ 154 w 216"/>
                    <a:gd name="T5" fmla="*/ 41 h 208"/>
                    <a:gd name="T6" fmla="*/ 60 w 216"/>
                    <a:gd name="T7" fmla="*/ 80 h 208"/>
                    <a:gd name="T8" fmla="*/ 32 w 216"/>
                    <a:gd name="T9" fmla="*/ 64 h 208"/>
                    <a:gd name="T10" fmla="*/ 0 w 216"/>
                    <a:gd name="T11" fmla="*/ 96 h 208"/>
                    <a:gd name="T12" fmla="*/ 32 w 216"/>
                    <a:gd name="T13" fmla="*/ 128 h 208"/>
                    <a:gd name="T14" fmla="*/ 56 w 216"/>
                    <a:gd name="T15" fmla="*/ 118 h 208"/>
                    <a:gd name="T16" fmla="*/ 116 w 216"/>
                    <a:gd name="T17" fmla="*/ 161 h 208"/>
                    <a:gd name="T18" fmla="*/ 112 w 216"/>
                    <a:gd name="T19" fmla="*/ 176 h 208"/>
                    <a:gd name="T20" fmla="*/ 144 w 216"/>
                    <a:gd name="T21" fmla="*/ 208 h 208"/>
                    <a:gd name="T22" fmla="*/ 176 w 216"/>
                    <a:gd name="T23" fmla="*/ 176 h 208"/>
                    <a:gd name="T24" fmla="*/ 144 w 216"/>
                    <a:gd name="T25" fmla="*/ 144 h 208"/>
                    <a:gd name="T26" fmla="*/ 121 w 216"/>
                    <a:gd name="T27" fmla="*/ 154 h 208"/>
                    <a:gd name="T28" fmla="*/ 61 w 216"/>
                    <a:gd name="T29" fmla="*/ 111 h 208"/>
                    <a:gd name="T30" fmla="*/ 64 w 216"/>
                    <a:gd name="T31" fmla="*/ 96 h 208"/>
                    <a:gd name="T32" fmla="*/ 63 w 216"/>
                    <a:gd name="T33" fmla="*/ 87 h 208"/>
                    <a:gd name="T34" fmla="*/ 157 w 216"/>
                    <a:gd name="T35" fmla="*/ 48 h 208"/>
                    <a:gd name="T36" fmla="*/ 184 w 216"/>
                    <a:gd name="T37" fmla="*/ 64 h 208"/>
                    <a:gd name="T38" fmla="*/ 216 w 216"/>
                    <a:gd name="T39" fmla="*/ 32 h 208"/>
                    <a:gd name="T40" fmla="*/ 184 w 216"/>
                    <a:gd name="T41" fmla="*/ 0 h 20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216" h="208">
                      <a:moveTo>
                        <a:pt x="184" y="0"/>
                      </a:moveTo>
                      <a:cubicBezTo>
                        <a:pt x="167" y="0"/>
                        <a:pt x="152" y="14"/>
                        <a:pt x="152" y="32"/>
                      </a:cubicBezTo>
                      <a:cubicBezTo>
                        <a:pt x="152" y="35"/>
                        <a:pt x="153" y="38"/>
                        <a:pt x="154" y="41"/>
                      </a:cubicBezTo>
                      <a:cubicBezTo>
                        <a:pt x="60" y="80"/>
                        <a:pt x="60" y="80"/>
                        <a:pt x="60" y="80"/>
                      </a:cubicBezTo>
                      <a:cubicBezTo>
                        <a:pt x="55" y="70"/>
                        <a:pt x="44" y="64"/>
                        <a:pt x="32" y="64"/>
                      </a:cubicBezTo>
                      <a:cubicBezTo>
                        <a:pt x="15" y="64"/>
                        <a:pt x="0" y="78"/>
                        <a:pt x="0" y="96"/>
                      </a:cubicBezTo>
                      <a:cubicBezTo>
                        <a:pt x="0" y="113"/>
                        <a:pt x="15" y="128"/>
                        <a:pt x="32" y="128"/>
                      </a:cubicBezTo>
                      <a:cubicBezTo>
                        <a:pt x="42" y="128"/>
                        <a:pt x="50" y="124"/>
                        <a:pt x="56" y="118"/>
                      </a:cubicBezTo>
                      <a:cubicBezTo>
                        <a:pt x="116" y="161"/>
                        <a:pt x="116" y="161"/>
                        <a:pt x="116" y="161"/>
                      </a:cubicBezTo>
                      <a:cubicBezTo>
                        <a:pt x="114" y="165"/>
                        <a:pt x="112" y="170"/>
                        <a:pt x="112" y="176"/>
                      </a:cubicBezTo>
                      <a:cubicBezTo>
                        <a:pt x="112" y="193"/>
                        <a:pt x="127" y="208"/>
                        <a:pt x="144" y="208"/>
                      </a:cubicBezTo>
                      <a:cubicBezTo>
                        <a:pt x="162" y="208"/>
                        <a:pt x="176" y="193"/>
                        <a:pt x="176" y="176"/>
                      </a:cubicBezTo>
                      <a:cubicBezTo>
                        <a:pt x="176" y="158"/>
                        <a:pt x="162" y="144"/>
                        <a:pt x="144" y="144"/>
                      </a:cubicBezTo>
                      <a:cubicBezTo>
                        <a:pt x="135" y="144"/>
                        <a:pt x="127" y="148"/>
                        <a:pt x="121" y="154"/>
                      </a:cubicBezTo>
                      <a:cubicBezTo>
                        <a:pt x="61" y="111"/>
                        <a:pt x="61" y="111"/>
                        <a:pt x="61" y="111"/>
                      </a:cubicBezTo>
                      <a:cubicBezTo>
                        <a:pt x="63" y="107"/>
                        <a:pt x="64" y="101"/>
                        <a:pt x="64" y="96"/>
                      </a:cubicBezTo>
                      <a:cubicBezTo>
                        <a:pt x="64" y="93"/>
                        <a:pt x="64" y="90"/>
                        <a:pt x="63" y="87"/>
                      </a:cubicBezTo>
                      <a:cubicBezTo>
                        <a:pt x="157" y="48"/>
                        <a:pt x="157" y="48"/>
                        <a:pt x="157" y="48"/>
                      </a:cubicBezTo>
                      <a:cubicBezTo>
                        <a:pt x="162" y="57"/>
                        <a:pt x="173" y="64"/>
                        <a:pt x="184" y="64"/>
                      </a:cubicBezTo>
                      <a:cubicBezTo>
                        <a:pt x="202" y="64"/>
                        <a:pt x="216" y="49"/>
                        <a:pt x="216" y="32"/>
                      </a:cubicBezTo>
                      <a:cubicBezTo>
                        <a:pt x="216" y="14"/>
                        <a:pt x="202" y="0"/>
                        <a:pt x="184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/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>
                    <a:solidFill>
                      <a:srgbClr val="AD1C21"/>
                    </a:solidFill>
                  </a:endParaRPr>
                </a:p>
              </p:txBody>
            </p:sp>
          </p:grpSp>
        </p:grpSp>
        <p:sp>
          <p:nvSpPr>
            <p:cNvPr id="28" name="文本框 99"/>
            <p:cNvSpPr txBox="1"/>
            <p:nvPr/>
          </p:nvSpPr>
          <p:spPr>
            <a:xfrm>
              <a:off x="9284089" y="252855"/>
              <a:ext cx="2170011" cy="323163"/>
            </a:xfrm>
            <a:prstGeom prst="rect">
              <a:avLst/>
            </a:prstGeom>
            <a:noFill/>
          </p:spPr>
          <p:txBody>
            <a:bodyPr wrap="square" lIns="91438" tIns="45719" rIns="91438" bIns="45719" rtlCol="0">
              <a:spAutoFit/>
            </a:bodyPr>
            <a:lstStyle/>
            <a:p>
              <a:pPr algn="r"/>
              <a:endParaRPr lang="zh-CN" altLang="en-US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 Semilight" panose="020B0402040204020203" pitchFamily="34" charset="0"/>
                <a:ea typeface="微软雅黑" panose="020B0503020204020204" pitchFamily="34" charset="-122"/>
                <a:cs typeface="Segoe UI Semilight" panose="020B0402040204020203" pitchFamily="34" charset="0"/>
              </a:endParaRPr>
            </a:p>
          </p:txBody>
        </p:sp>
      </p:grpSp>
      <p:sp>
        <p:nvSpPr>
          <p:cNvPr id="40" name="文本占位符 14"/>
          <p:cNvSpPr>
            <a:spLocks noGrp="1"/>
          </p:cNvSpPr>
          <p:nvPr>
            <p:ph type="body" sz="quarter" idx="18" hasCustomPrompt="1"/>
          </p:nvPr>
        </p:nvSpPr>
        <p:spPr>
          <a:xfrm>
            <a:off x="6248637" y="332859"/>
            <a:ext cx="4549775" cy="609600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r>
              <a:rPr lang="zh-CN" altLang="en-US" dirty="0" smtClean="0">
                <a:solidFill>
                  <a:schemeClr val="bg1"/>
                </a:solidFill>
              </a:rPr>
              <a:t>输入副标题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39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2763" y="-11821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004944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/>
        </p:nvSpPr>
        <p:spPr bwMode="auto">
          <a:xfrm>
            <a:off x="-174171" y="-124529"/>
            <a:ext cx="12689115" cy="7108495"/>
          </a:xfrm>
          <a:prstGeom prst="rect">
            <a:avLst/>
          </a:prstGeom>
          <a:gradFill>
            <a:gsLst>
              <a:gs pos="83000">
                <a:srgbClr val="E6E3DE"/>
              </a:gs>
              <a:gs pos="20000">
                <a:srgbClr val="F7F4ED"/>
              </a:gs>
            </a:gsLst>
            <a:path path="circle">
              <a:fillToRect l="50000" t="50000" r="50000" b="50000"/>
            </a:path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-177800" y="-127000"/>
            <a:ext cx="2614611" cy="1590675"/>
            <a:chOff x="-177800" y="-127000"/>
            <a:chExt cx="2614611" cy="1590675"/>
          </a:xfrm>
        </p:grpSpPr>
        <p:sp>
          <p:nvSpPr>
            <p:cNvPr id="13" name="矩形 12"/>
            <p:cNvSpPr/>
            <p:nvPr userDrawn="1"/>
          </p:nvSpPr>
          <p:spPr>
            <a:xfrm>
              <a:off x="-177800" y="463550"/>
              <a:ext cx="1000125" cy="100012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b="1" dirty="0"/>
            </a:p>
          </p:txBody>
        </p:sp>
        <p:sp>
          <p:nvSpPr>
            <p:cNvPr id="15" name="矩形 14"/>
            <p:cNvSpPr/>
            <p:nvPr userDrawn="1"/>
          </p:nvSpPr>
          <p:spPr>
            <a:xfrm>
              <a:off x="-177800" y="-127000"/>
              <a:ext cx="1409700" cy="5905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 userDrawn="1"/>
          </p:nvSpPr>
          <p:spPr>
            <a:xfrm>
              <a:off x="822325" y="463550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 userDrawn="1"/>
          </p:nvSpPr>
          <p:spPr>
            <a:xfrm>
              <a:off x="1231900" y="463550"/>
              <a:ext cx="409575" cy="40957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 userDrawn="1"/>
          </p:nvSpPr>
          <p:spPr>
            <a:xfrm>
              <a:off x="822325" y="1054100"/>
              <a:ext cx="409575" cy="4095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1472405" y="704055"/>
              <a:ext cx="759619" cy="75961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2027236" y="499267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2" name="文本占位符 4"/>
          <p:cNvSpPr>
            <a:spLocks noGrp="1"/>
          </p:cNvSpPr>
          <p:nvPr>
            <p:ph type="body" sz="quarter" idx="13" hasCustomPrompt="1"/>
          </p:nvPr>
        </p:nvSpPr>
        <p:spPr>
          <a:xfrm>
            <a:off x="-31486" y="221599"/>
            <a:ext cx="704850" cy="141635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sz="7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17" name="文本占位符 2"/>
          <p:cNvSpPr>
            <a:spLocks noGrp="1"/>
          </p:cNvSpPr>
          <p:nvPr>
            <p:ph type="body" sz="quarter" idx="14" hasCustomPrompt="1"/>
          </p:nvPr>
        </p:nvSpPr>
        <p:spPr>
          <a:xfrm>
            <a:off x="2950141" y="346514"/>
            <a:ext cx="3962400" cy="75437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altLang="zh-CN" dirty="0" err="1" smtClean="0"/>
              <a:t>OpenStack</a:t>
            </a:r>
            <a:r>
              <a:rPr lang="zh-CN" altLang="en-US" dirty="0" smtClean="0"/>
              <a:t>项目</a:t>
            </a:r>
            <a:endParaRPr lang="zh-CN" altLang="en-US" dirty="0"/>
          </a:p>
        </p:txBody>
      </p:sp>
      <p:sp>
        <p:nvSpPr>
          <p:cNvPr id="24" name="文本占位符 2"/>
          <p:cNvSpPr>
            <a:spLocks noGrp="1"/>
          </p:cNvSpPr>
          <p:nvPr>
            <p:ph type="body" sz="quarter" idx="16" hasCustomPrompt="1"/>
          </p:nvPr>
        </p:nvSpPr>
        <p:spPr>
          <a:xfrm>
            <a:off x="2956379" y="921939"/>
            <a:ext cx="4549775" cy="609600"/>
          </a:xfrm>
        </p:spPr>
        <p:txBody>
          <a:bodyPr/>
          <a:lstStyle>
            <a:lvl1pPr marL="0" indent="0">
              <a:buNone/>
              <a:defRPr sz="2400" b="0">
                <a:solidFill>
                  <a:srgbClr val="00B0F0"/>
                </a:solidFill>
              </a:defRPr>
            </a:lvl1pPr>
            <a:lvl2pPr>
              <a:defRPr sz="2800" b="1">
                <a:solidFill>
                  <a:srgbClr val="00B0F0"/>
                </a:solidFill>
              </a:defRPr>
            </a:lvl2pPr>
            <a:lvl3pPr>
              <a:defRPr sz="2800" b="1">
                <a:solidFill>
                  <a:srgbClr val="00B0F0"/>
                </a:solidFill>
              </a:defRPr>
            </a:lvl3pPr>
            <a:lvl4pPr>
              <a:defRPr sz="2800" b="1">
                <a:solidFill>
                  <a:srgbClr val="00B0F0"/>
                </a:solidFill>
              </a:defRPr>
            </a:lvl4pPr>
            <a:lvl5pPr>
              <a:defRPr sz="2800" b="1">
                <a:solidFill>
                  <a:srgbClr val="00B0F0"/>
                </a:solidFill>
              </a:defRPr>
            </a:lvl5pPr>
          </a:lstStyle>
          <a:p>
            <a:pPr lvl="0"/>
            <a:r>
              <a:rPr lang="zh-CN" altLang="en-US" dirty="0" smtClean="0"/>
              <a:t>任务实现</a:t>
            </a:r>
            <a:endParaRPr lang="zh-CN" altLang="en-US" dirty="0"/>
          </a:p>
        </p:txBody>
      </p:sp>
      <p:sp>
        <p:nvSpPr>
          <p:cNvPr id="39" name="圆角矩形 38"/>
          <p:cNvSpPr/>
          <p:nvPr userDrawn="1"/>
        </p:nvSpPr>
        <p:spPr>
          <a:xfrm>
            <a:off x="-304800" y="1844435"/>
            <a:ext cx="11168739" cy="4628936"/>
          </a:xfrm>
          <a:prstGeom prst="roundRect">
            <a:avLst>
              <a:gd name="adj" fmla="val 0"/>
            </a:avLst>
          </a:prstGeom>
          <a:solidFill>
            <a:schemeClr val="accent5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40" name="圆角矩形 39"/>
          <p:cNvSpPr/>
          <p:nvPr userDrawn="1"/>
        </p:nvSpPr>
        <p:spPr>
          <a:xfrm>
            <a:off x="-304800" y="1679335"/>
            <a:ext cx="11168739" cy="4628936"/>
          </a:xfrm>
          <a:prstGeom prst="roundRect">
            <a:avLst>
              <a:gd name="adj" fmla="val 0"/>
            </a:avLst>
          </a:prstGeom>
          <a:solidFill>
            <a:srgbClr val="7FC3E7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41" name="圆角矩形 40"/>
          <p:cNvSpPr/>
          <p:nvPr userDrawn="1"/>
        </p:nvSpPr>
        <p:spPr>
          <a:xfrm rot="16200000" flipV="1">
            <a:off x="11799416" y="4424056"/>
            <a:ext cx="770655" cy="769253"/>
          </a:xfrm>
          <a:prstGeom prst="roundRect">
            <a:avLst>
              <a:gd name="adj" fmla="val 5039"/>
            </a:avLst>
          </a:prstGeom>
          <a:solidFill>
            <a:srgbClr val="7FC3E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/>
          </a:p>
        </p:txBody>
      </p:sp>
      <p:sp>
        <p:nvSpPr>
          <p:cNvPr id="42" name="圆角矩形 41"/>
          <p:cNvSpPr/>
          <p:nvPr userDrawn="1"/>
        </p:nvSpPr>
        <p:spPr>
          <a:xfrm rot="16200000" flipV="1">
            <a:off x="11799416" y="5324189"/>
            <a:ext cx="770655" cy="769253"/>
          </a:xfrm>
          <a:prstGeom prst="roundRect">
            <a:avLst>
              <a:gd name="adj" fmla="val 5039"/>
            </a:avLst>
          </a:prstGeom>
          <a:solidFill>
            <a:srgbClr val="20386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/>
          </a:p>
        </p:txBody>
      </p:sp>
      <p:sp>
        <p:nvSpPr>
          <p:cNvPr id="43" name="圆角矩形 42"/>
          <p:cNvSpPr/>
          <p:nvPr userDrawn="1"/>
        </p:nvSpPr>
        <p:spPr>
          <a:xfrm rot="16200000" flipV="1">
            <a:off x="11799414" y="2656672"/>
            <a:ext cx="770655" cy="769257"/>
          </a:xfrm>
          <a:prstGeom prst="roundRect">
            <a:avLst>
              <a:gd name="adj" fmla="val 5039"/>
            </a:avLst>
          </a:prstGeom>
          <a:solidFill>
            <a:srgbClr val="7FC3E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/>
          </a:p>
        </p:txBody>
      </p:sp>
      <p:sp>
        <p:nvSpPr>
          <p:cNvPr id="44" name="圆角矩形 43"/>
          <p:cNvSpPr/>
          <p:nvPr userDrawn="1"/>
        </p:nvSpPr>
        <p:spPr>
          <a:xfrm rot="16200000" flipV="1">
            <a:off x="11799414" y="3556806"/>
            <a:ext cx="770655" cy="769257"/>
          </a:xfrm>
          <a:prstGeom prst="roundRect">
            <a:avLst>
              <a:gd name="adj" fmla="val 5039"/>
            </a:avLst>
          </a:prstGeom>
          <a:solidFill>
            <a:srgbClr val="20386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/>
          </a:p>
        </p:txBody>
      </p:sp>
      <p:sp>
        <p:nvSpPr>
          <p:cNvPr id="45" name="圆角矩形 44"/>
          <p:cNvSpPr/>
          <p:nvPr userDrawn="1"/>
        </p:nvSpPr>
        <p:spPr>
          <a:xfrm rot="16200000" flipV="1">
            <a:off x="11799416" y="1736152"/>
            <a:ext cx="770655" cy="769257"/>
          </a:xfrm>
          <a:prstGeom prst="roundRect">
            <a:avLst>
              <a:gd name="adj" fmla="val 5039"/>
            </a:avLst>
          </a:prstGeom>
          <a:solidFill>
            <a:srgbClr val="20386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/>
          </a:p>
        </p:txBody>
      </p:sp>
      <p:sp>
        <p:nvSpPr>
          <p:cNvPr id="46" name="文本占位符 4"/>
          <p:cNvSpPr>
            <a:spLocks noGrp="1"/>
          </p:cNvSpPr>
          <p:nvPr>
            <p:ph type="body" sz="quarter" idx="17"/>
          </p:nvPr>
        </p:nvSpPr>
        <p:spPr>
          <a:xfrm>
            <a:off x="10595426" y="1609725"/>
            <a:ext cx="653596" cy="5248275"/>
          </a:xfrm>
        </p:spPr>
        <p:txBody>
          <a:bodyPr/>
          <a:lstStyle>
            <a:lvl2pPr marL="457200" indent="0">
              <a:buNone/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</a:lstStyle>
          <a:p>
            <a:pPr lvl="1"/>
            <a:endParaRPr lang="zh-CN" altLang="en-US" dirty="0"/>
          </a:p>
        </p:txBody>
      </p:sp>
      <p:pic>
        <p:nvPicPr>
          <p:cNvPr id="22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0594" y="-132636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214903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 bwMode="auto">
          <a:xfrm>
            <a:off x="0" y="-124529"/>
            <a:ext cx="12192000" cy="6982529"/>
          </a:xfrm>
          <a:prstGeom prst="rect">
            <a:avLst/>
          </a:prstGeom>
          <a:gradFill>
            <a:gsLst>
              <a:gs pos="83000">
                <a:srgbClr val="E6E3DE"/>
              </a:gs>
              <a:gs pos="20000">
                <a:srgbClr val="F7F4ED"/>
              </a:gs>
            </a:gsLst>
            <a:path path="circle">
              <a:fillToRect l="50000" t="50000" r="50000" b="50000"/>
            </a:path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2813050" y="2298700"/>
            <a:ext cx="5994400" cy="312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 userDrawn="1"/>
        </p:nvSpPr>
        <p:spPr>
          <a:xfrm>
            <a:off x="8807449" y="4378592"/>
            <a:ext cx="1155701" cy="104430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 userDrawn="1"/>
        </p:nvSpPr>
        <p:spPr>
          <a:xfrm>
            <a:off x="9963149" y="3334284"/>
            <a:ext cx="1155701" cy="104430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 userDrawn="1"/>
        </p:nvSpPr>
        <p:spPr>
          <a:xfrm>
            <a:off x="8820147" y="2289976"/>
            <a:ext cx="1155701" cy="10443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7600944" y="1245668"/>
            <a:ext cx="1155701" cy="10443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 userDrawn="1"/>
        </p:nvSpPr>
        <p:spPr>
          <a:xfrm>
            <a:off x="1657348" y="4378592"/>
            <a:ext cx="1155701" cy="10443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1657347" y="3334284"/>
            <a:ext cx="1155701" cy="10443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占位符 18"/>
          <p:cNvSpPr>
            <a:spLocks noGrp="1"/>
          </p:cNvSpPr>
          <p:nvPr>
            <p:ph type="body" sz="quarter" idx="10" hasCustomPrompt="1"/>
          </p:nvPr>
        </p:nvSpPr>
        <p:spPr>
          <a:xfrm>
            <a:off x="4379409" y="2501900"/>
            <a:ext cx="2861681" cy="2048766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>
              <a:buNone/>
              <a:defRPr kumimoji="1" lang="zh-CN" altLang="en-US" sz="6600" b="1" dirty="0">
                <a:solidFill>
                  <a:schemeClr val="bg1"/>
                </a:solidFill>
              </a:defRPr>
            </a:lvl1pPr>
          </a:lstStyle>
          <a:p>
            <a:pPr algn="ctr"/>
            <a:r>
              <a:rPr kumimoji="1" lang="en-US" altLang="zh-CN" sz="6600" b="1" dirty="0">
                <a:solidFill>
                  <a:schemeClr val="bg1"/>
                </a:solidFill>
              </a:rPr>
              <a:t>THANK</a:t>
            </a:r>
            <a:r>
              <a:rPr kumimoji="1" lang="zh-CN" altLang="en-US" sz="6600" b="1" dirty="0">
                <a:solidFill>
                  <a:schemeClr val="bg1"/>
                </a:solidFill>
              </a:rPr>
              <a:t> </a:t>
            </a:r>
            <a:endParaRPr kumimoji="1" lang="en-US" altLang="zh-CN" sz="6600" b="1" dirty="0">
              <a:solidFill>
                <a:schemeClr val="bg1"/>
              </a:solidFill>
            </a:endParaRPr>
          </a:p>
          <a:p>
            <a:pPr algn="ctr"/>
            <a:r>
              <a:rPr kumimoji="1" lang="en-US" altLang="zh-CN" sz="6600" b="1" dirty="0">
                <a:solidFill>
                  <a:schemeClr val="bg1"/>
                </a:solidFill>
              </a:rPr>
              <a:t>YOU!</a:t>
            </a:r>
            <a:endParaRPr kumimoji="1" lang="zh-CN" altLang="en-US" sz="6600" b="1" dirty="0">
              <a:solidFill>
                <a:schemeClr val="bg1"/>
              </a:solidFill>
            </a:endParaRPr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-177800" y="-127000"/>
            <a:ext cx="2614611" cy="1590675"/>
            <a:chOff x="-177800" y="-127000"/>
            <a:chExt cx="2614611" cy="1590675"/>
          </a:xfrm>
        </p:grpSpPr>
        <p:sp>
          <p:nvSpPr>
            <p:cNvPr id="21" name="矩形 20"/>
            <p:cNvSpPr/>
            <p:nvPr userDrawn="1"/>
          </p:nvSpPr>
          <p:spPr>
            <a:xfrm>
              <a:off x="-177800" y="463550"/>
              <a:ext cx="1000125" cy="100012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b="1" dirty="0"/>
            </a:p>
          </p:txBody>
        </p:sp>
        <p:sp>
          <p:nvSpPr>
            <p:cNvPr id="22" name="矩形 21"/>
            <p:cNvSpPr/>
            <p:nvPr userDrawn="1"/>
          </p:nvSpPr>
          <p:spPr>
            <a:xfrm>
              <a:off x="-177800" y="-127000"/>
              <a:ext cx="1409700" cy="5905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 userDrawn="1"/>
          </p:nvSpPr>
          <p:spPr>
            <a:xfrm>
              <a:off x="822325" y="463550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 userDrawn="1"/>
          </p:nvSpPr>
          <p:spPr>
            <a:xfrm>
              <a:off x="1231900" y="463550"/>
              <a:ext cx="409575" cy="40957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>
              <a:off x="822325" y="1054100"/>
              <a:ext cx="409575" cy="4095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>
              <a:off x="1472405" y="704055"/>
              <a:ext cx="759619" cy="75961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/>
            <p:cNvSpPr/>
            <p:nvPr userDrawn="1"/>
          </p:nvSpPr>
          <p:spPr>
            <a:xfrm>
              <a:off x="2027236" y="499267"/>
              <a:ext cx="409575" cy="4095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8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7650" y="-127000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004311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 bwMode="auto">
          <a:xfrm>
            <a:off x="-174171" y="-124529"/>
            <a:ext cx="12689115" cy="7108495"/>
          </a:xfrm>
          <a:prstGeom prst="rect">
            <a:avLst/>
          </a:prstGeom>
          <a:gradFill>
            <a:gsLst>
              <a:gs pos="83000">
                <a:srgbClr val="E6E3DE"/>
              </a:gs>
              <a:gs pos="20000">
                <a:srgbClr val="F7F4ED"/>
              </a:gs>
            </a:gsLst>
            <a:path path="circle">
              <a:fillToRect l="50000" t="50000" r="50000" b="50000"/>
            </a:path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741933" y="49353"/>
            <a:ext cx="2332833" cy="1556858"/>
            <a:chOff x="741933" y="49353"/>
            <a:chExt cx="2332833" cy="1556858"/>
          </a:xfrm>
        </p:grpSpPr>
        <p:grpSp>
          <p:nvGrpSpPr>
            <p:cNvPr id="6" name="组合 5"/>
            <p:cNvGrpSpPr/>
            <p:nvPr/>
          </p:nvGrpSpPr>
          <p:grpSpPr>
            <a:xfrm>
              <a:off x="741933" y="49353"/>
              <a:ext cx="2332833" cy="1556858"/>
              <a:chOff x="741933" y="49353"/>
              <a:chExt cx="2332833" cy="1556858"/>
            </a:xfrm>
          </p:grpSpPr>
          <p:sp>
            <p:nvSpPr>
              <p:cNvPr id="9" name="文本框 8"/>
              <p:cNvSpPr txBox="1"/>
              <p:nvPr/>
            </p:nvSpPr>
            <p:spPr>
              <a:xfrm>
                <a:off x="1239007" y="1226093"/>
                <a:ext cx="1835759" cy="369332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err="1" smtClean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OpenStack</a:t>
                </a:r>
                <a:r>
                  <a:rPr lang="zh-CN" altLang="en-US" dirty="0" smtClean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项目</a:t>
                </a:r>
                <a:endParaRPr lang="zh-CN" altLang="en-US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10" name="Picture 4" descr="Openstack-vertical-small.png"/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386"/>
              <a:stretch/>
            </p:blipFill>
            <p:spPr bwMode="auto">
              <a:xfrm>
                <a:off x="741933" y="49353"/>
                <a:ext cx="1193192" cy="92608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" name="文本框 10"/>
              <p:cNvSpPr txBox="1"/>
              <p:nvPr/>
            </p:nvSpPr>
            <p:spPr>
              <a:xfrm>
                <a:off x="773920" y="1144546"/>
                <a:ext cx="562975" cy="461665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 smtClean="0">
                    <a:solidFill>
                      <a:srgbClr val="0070C0"/>
                    </a:solidFill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03</a:t>
                </a:r>
                <a:endParaRPr lang="zh-CN" altLang="en-US" sz="2400" b="1" dirty="0">
                  <a:solidFill>
                    <a:srgbClr val="0070C0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7" name="Picture 4" descr="Openstack-vertical-small.png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2386"/>
            <a:stretch/>
          </p:blipFill>
          <p:spPr bwMode="auto">
            <a:xfrm>
              <a:off x="741933" y="49353"/>
              <a:ext cx="1193192" cy="9260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8" name="直接连接符 7"/>
            <p:cNvCxnSpPr/>
            <p:nvPr/>
          </p:nvCxnSpPr>
          <p:spPr bwMode="auto">
            <a:xfrm flipV="1">
              <a:off x="845226" y="1144546"/>
              <a:ext cx="2113426" cy="780"/>
            </a:xfrm>
            <a:prstGeom prst="line">
              <a:avLst/>
            </a:prstGeom>
            <a:ln>
              <a:solidFill>
                <a:srgbClr val="4F81BD"/>
              </a:solidFill>
            </a:ln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3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0594" y="-127000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733962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C9D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61"/>
          <p:cNvSpPr>
            <a:spLocks noChangeArrowheads="1"/>
          </p:cNvSpPr>
          <p:nvPr userDrawn="1"/>
        </p:nvSpPr>
        <p:spPr bwMode="auto">
          <a:xfrm>
            <a:off x="7707257" y="2061376"/>
            <a:ext cx="2948042" cy="1569660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9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9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6818267" y="-10865"/>
            <a:ext cx="4754267" cy="2091637"/>
            <a:chOff x="3954098" y="-6470"/>
            <a:chExt cx="4322060" cy="1571477"/>
          </a:xfrm>
        </p:grpSpPr>
        <p:sp>
          <p:nvSpPr>
            <p:cNvPr id="13" name="矩形 12"/>
            <p:cNvSpPr/>
            <p:nvPr/>
          </p:nvSpPr>
          <p:spPr>
            <a:xfrm>
              <a:off x="3955678" y="-6469"/>
              <a:ext cx="2160240" cy="733073"/>
            </a:xfrm>
            <a:prstGeom prst="rect">
              <a:avLst/>
            </a:prstGeom>
            <a:solidFill>
              <a:srgbClr val="3A67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-25000"/>
            </a:p>
          </p:txBody>
        </p:sp>
        <p:sp>
          <p:nvSpPr>
            <p:cNvPr id="14" name="矩形 13"/>
            <p:cNvSpPr/>
            <p:nvPr/>
          </p:nvSpPr>
          <p:spPr>
            <a:xfrm>
              <a:off x="6115918" y="-6470"/>
              <a:ext cx="2160240" cy="733073"/>
            </a:xfrm>
            <a:prstGeom prst="rect">
              <a:avLst/>
            </a:prstGeom>
            <a:solidFill>
              <a:srgbClr val="30A0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-25000"/>
            </a:p>
          </p:txBody>
        </p:sp>
        <p:sp>
          <p:nvSpPr>
            <p:cNvPr id="15" name="矩形 14"/>
            <p:cNvSpPr/>
            <p:nvPr/>
          </p:nvSpPr>
          <p:spPr>
            <a:xfrm>
              <a:off x="6114884" y="725983"/>
              <a:ext cx="2160240" cy="733073"/>
            </a:xfrm>
            <a:prstGeom prst="rect">
              <a:avLst/>
            </a:prstGeom>
            <a:solidFill>
              <a:srgbClr val="76BF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-25000"/>
            </a:p>
          </p:txBody>
        </p:sp>
        <p:sp>
          <p:nvSpPr>
            <p:cNvPr id="16" name="矩形 15"/>
            <p:cNvSpPr/>
            <p:nvPr/>
          </p:nvSpPr>
          <p:spPr>
            <a:xfrm>
              <a:off x="3954098" y="726604"/>
              <a:ext cx="2160241" cy="733073"/>
            </a:xfrm>
            <a:prstGeom prst="rect">
              <a:avLst/>
            </a:prstGeom>
            <a:solidFill>
              <a:srgbClr val="428E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-25000"/>
            </a:p>
          </p:txBody>
        </p:sp>
        <p:sp>
          <p:nvSpPr>
            <p:cNvPr id="17" name="矩形 16"/>
            <p:cNvSpPr/>
            <p:nvPr/>
          </p:nvSpPr>
          <p:spPr>
            <a:xfrm>
              <a:off x="3955678" y="1459384"/>
              <a:ext cx="2160240" cy="105623"/>
            </a:xfrm>
            <a:prstGeom prst="rect">
              <a:avLst/>
            </a:prstGeom>
            <a:solidFill>
              <a:srgbClr val="3A67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-25000"/>
            </a:p>
          </p:txBody>
        </p:sp>
        <p:sp>
          <p:nvSpPr>
            <p:cNvPr id="18" name="矩形 17"/>
            <p:cNvSpPr/>
            <p:nvPr/>
          </p:nvSpPr>
          <p:spPr>
            <a:xfrm>
              <a:off x="6111726" y="1458948"/>
              <a:ext cx="2160240" cy="105623"/>
            </a:xfrm>
            <a:prstGeom prst="rect">
              <a:avLst/>
            </a:prstGeom>
            <a:solidFill>
              <a:srgbClr val="30A0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-25000"/>
            </a:p>
          </p:txBody>
        </p:sp>
      </p:grpSp>
      <p:pic>
        <p:nvPicPr>
          <p:cNvPr id="19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0594" y="-127000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237462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-174171" y="-124529"/>
            <a:ext cx="12689115" cy="7108495"/>
          </a:xfrm>
          <a:prstGeom prst="rect">
            <a:avLst/>
          </a:prstGeom>
          <a:gradFill>
            <a:gsLst>
              <a:gs pos="83000">
                <a:srgbClr val="E6E3DE"/>
              </a:gs>
              <a:gs pos="20000">
                <a:srgbClr val="F7F4ED"/>
              </a:gs>
            </a:gsLst>
            <a:path path="circle">
              <a:fillToRect l="50000" t="50000" r="50000" b="50000"/>
            </a:path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9504" y="2948751"/>
            <a:ext cx="3355272" cy="1042527"/>
          </a:xfrm>
        </p:spPr>
        <p:txBody>
          <a:bodyPr/>
          <a:lstStyle>
            <a:lvl1pPr algn="l">
              <a:defRPr b="1">
                <a:solidFill>
                  <a:srgbClr val="00B0F0"/>
                </a:solidFill>
              </a:defRPr>
            </a:lvl1pPr>
          </a:lstStyle>
          <a:p>
            <a:r>
              <a:rPr lang="zh-CN" altLang="en-US" dirty="0"/>
              <a:t>单击此处</a:t>
            </a:r>
            <a:r>
              <a:rPr lang="zh-CN" altLang="en-US" dirty="0" smtClean="0"/>
              <a:t>编辑</a:t>
            </a:r>
            <a:endParaRPr lang="zh-CN" altLang="en-US" dirty="0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41933" y="49353"/>
            <a:ext cx="1898679" cy="1562883"/>
            <a:chOff x="741933" y="49353"/>
            <a:chExt cx="1898679" cy="1562883"/>
          </a:xfrm>
        </p:grpSpPr>
        <p:sp>
          <p:nvSpPr>
            <p:cNvPr id="10" name="文本框 9"/>
            <p:cNvSpPr txBox="1"/>
            <p:nvPr/>
          </p:nvSpPr>
          <p:spPr>
            <a:xfrm>
              <a:off x="1301784" y="1229717"/>
              <a:ext cx="1338828" cy="369332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初</a:t>
              </a:r>
              <a:r>
                <a:rPr lang="zh-CN" altLang="en-US" dirty="0" smtClean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识云计算</a:t>
              </a:r>
              <a:endPara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806397" y="1150571"/>
              <a:ext cx="562975" cy="461665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n-US" altLang="zh-CN" sz="2400" b="1" dirty="0" smtClean="0">
                  <a:solidFill>
                    <a:srgbClr val="0070C0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2400" b="1" dirty="0">
                <a:solidFill>
                  <a:srgbClr val="0070C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741933" y="49353"/>
              <a:ext cx="1860579" cy="1095973"/>
              <a:chOff x="741933" y="49353"/>
              <a:chExt cx="1860579" cy="1095973"/>
            </a:xfrm>
          </p:grpSpPr>
          <p:cxnSp>
            <p:nvCxnSpPr>
              <p:cNvPr id="13" name="直接连接符 12"/>
              <p:cNvCxnSpPr/>
              <p:nvPr/>
            </p:nvCxnSpPr>
            <p:spPr bwMode="auto">
              <a:xfrm>
                <a:off x="845226" y="1145326"/>
                <a:ext cx="1757286" cy="0"/>
              </a:xfrm>
              <a:prstGeom prst="line">
                <a:avLst/>
              </a:prstGeom>
              <a:ln/>
              <a:ex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4" name="Picture 4" descr="Openstack-vertical-small.png"/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386"/>
              <a:stretch/>
            </p:blipFill>
            <p:spPr bwMode="auto">
              <a:xfrm>
                <a:off x="741933" y="49353"/>
                <a:ext cx="1193192" cy="92608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17" name="标题 1"/>
          <p:cNvSpPr txBox="1">
            <a:spLocks/>
          </p:cNvSpPr>
          <p:nvPr userDrawn="1"/>
        </p:nvSpPr>
        <p:spPr bwMode="auto">
          <a:xfrm>
            <a:off x="619504" y="4029379"/>
            <a:ext cx="3355272" cy="847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C00000"/>
                </a:solidFill>
                <a:latin typeface="+mj-lt"/>
                <a:ea typeface="+mj-ea"/>
                <a:cs typeface="+mj-cs"/>
                <a:sym typeface="Calibri Light" charset="0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5pPr>
            <a:lvl6pPr marL="4572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6pPr>
            <a:lvl7pPr marL="9144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7pPr>
            <a:lvl8pPr marL="1371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8pPr>
            <a:lvl9pPr marL="18288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9pPr>
          </a:lstStyle>
          <a:p>
            <a:pPr algn="l">
              <a:buFontTx/>
            </a:pPr>
            <a:r>
              <a:rPr lang="zh-CN" altLang="en-US" sz="2800" kern="0" dirty="0" smtClean="0">
                <a:solidFill>
                  <a:srgbClr val="00B0F0"/>
                </a:solidFill>
              </a:rPr>
              <a:t>单击此处编辑母版标题样式</a:t>
            </a:r>
            <a:endParaRPr lang="zh-CN" altLang="en-US" sz="2800" kern="0" dirty="0">
              <a:solidFill>
                <a:srgbClr val="00B0F0"/>
              </a:solidFill>
            </a:endParaRPr>
          </a:p>
        </p:txBody>
      </p:sp>
      <p:sp>
        <p:nvSpPr>
          <p:cNvPr id="15" name="文本占位符 20"/>
          <p:cNvSpPr>
            <a:spLocks noGrp="1"/>
          </p:cNvSpPr>
          <p:nvPr>
            <p:ph type="body" sz="quarter" idx="12"/>
          </p:nvPr>
        </p:nvSpPr>
        <p:spPr>
          <a:xfrm>
            <a:off x="619504" y="4012446"/>
            <a:ext cx="5168900" cy="2446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buNone/>
              <a:defRPr lang="zh-CN" altLang="en-US" sz="1100" dirty="0">
                <a:solidFill>
                  <a:schemeClr val="bg1"/>
                </a:solidFill>
              </a:defRPr>
            </a:lvl1pPr>
          </a:lstStyle>
          <a:p>
            <a:pPr marL="0" lvl="0" algn="r" defTabSz="914377"/>
            <a:endParaRPr lang="zh-CN" altLang="en-US" dirty="0"/>
          </a:p>
        </p:txBody>
      </p:sp>
      <p:pic>
        <p:nvPicPr>
          <p:cNvPr id="16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0594" y="-127000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95520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-174171" y="-124529"/>
            <a:ext cx="12689115" cy="7108495"/>
          </a:xfrm>
          <a:prstGeom prst="rect">
            <a:avLst/>
          </a:prstGeom>
          <a:gradFill>
            <a:gsLst>
              <a:gs pos="83000">
                <a:srgbClr val="E6E3DE"/>
              </a:gs>
              <a:gs pos="20000">
                <a:srgbClr val="F7F4ED"/>
              </a:gs>
            </a:gsLst>
            <a:path path="circle">
              <a:fillToRect l="50000" t="50000" r="50000" b="50000"/>
            </a:path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9504" y="2948751"/>
            <a:ext cx="3355272" cy="1042527"/>
          </a:xfrm>
        </p:spPr>
        <p:txBody>
          <a:bodyPr/>
          <a:lstStyle>
            <a:lvl1pPr algn="l">
              <a:defRPr b="1">
                <a:solidFill>
                  <a:srgbClr val="00B0F0"/>
                </a:solidFill>
              </a:defRPr>
            </a:lvl1pPr>
          </a:lstStyle>
          <a:p>
            <a:r>
              <a:rPr lang="zh-CN" altLang="en-US" dirty="0"/>
              <a:t>单击此处</a:t>
            </a:r>
            <a:r>
              <a:rPr lang="zh-CN" altLang="en-US" dirty="0" smtClean="0"/>
              <a:t>编辑</a:t>
            </a:r>
            <a:endParaRPr lang="zh-CN" altLang="en-US" dirty="0"/>
          </a:p>
        </p:txBody>
      </p:sp>
      <p:sp>
        <p:nvSpPr>
          <p:cNvPr id="17" name="标题 1"/>
          <p:cNvSpPr txBox="1">
            <a:spLocks/>
          </p:cNvSpPr>
          <p:nvPr userDrawn="1"/>
        </p:nvSpPr>
        <p:spPr bwMode="auto">
          <a:xfrm>
            <a:off x="619504" y="4029379"/>
            <a:ext cx="3355272" cy="847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C00000"/>
                </a:solidFill>
                <a:latin typeface="+mj-lt"/>
                <a:ea typeface="+mj-ea"/>
                <a:cs typeface="+mj-cs"/>
                <a:sym typeface="Calibri Light" charset="0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5pPr>
            <a:lvl6pPr marL="4572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6pPr>
            <a:lvl7pPr marL="9144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7pPr>
            <a:lvl8pPr marL="1371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8pPr>
            <a:lvl9pPr marL="18288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9pPr>
          </a:lstStyle>
          <a:p>
            <a:pPr algn="l">
              <a:buFontTx/>
            </a:pPr>
            <a:r>
              <a:rPr lang="zh-CN" altLang="en-US" sz="2800" kern="0" dirty="0" smtClean="0">
                <a:solidFill>
                  <a:srgbClr val="00B0F0"/>
                </a:solidFill>
              </a:rPr>
              <a:t>单击此处编辑母版标题样式</a:t>
            </a:r>
            <a:endParaRPr lang="zh-CN" altLang="en-US" sz="2800" kern="0" dirty="0">
              <a:solidFill>
                <a:srgbClr val="00B0F0"/>
              </a:solidFill>
            </a:endParaRPr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741933" y="49353"/>
            <a:ext cx="2066734" cy="1556858"/>
            <a:chOff x="741933" y="49353"/>
            <a:chExt cx="2066734" cy="1556858"/>
          </a:xfrm>
        </p:grpSpPr>
        <p:grpSp>
          <p:nvGrpSpPr>
            <p:cNvPr id="16" name="组合 15"/>
            <p:cNvGrpSpPr/>
            <p:nvPr/>
          </p:nvGrpSpPr>
          <p:grpSpPr>
            <a:xfrm>
              <a:off x="741933" y="49353"/>
              <a:ext cx="2066734" cy="1556858"/>
              <a:chOff x="741933" y="49353"/>
              <a:chExt cx="2066734" cy="1556858"/>
            </a:xfrm>
          </p:grpSpPr>
          <p:sp>
            <p:nvSpPr>
              <p:cNvPr id="21" name="文本框 20"/>
              <p:cNvSpPr txBox="1"/>
              <p:nvPr/>
            </p:nvSpPr>
            <p:spPr>
              <a:xfrm>
                <a:off x="1239007" y="1226093"/>
                <a:ext cx="1569660" cy="369332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 smtClean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虚拟化的概念</a:t>
                </a:r>
                <a:endParaRPr lang="zh-CN" altLang="en-US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22" name="Picture 4" descr="Openstack-vertical-small.png"/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386"/>
              <a:stretch/>
            </p:blipFill>
            <p:spPr bwMode="auto">
              <a:xfrm>
                <a:off x="741933" y="49353"/>
                <a:ext cx="1193192" cy="92608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3" name="文本框 22"/>
              <p:cNvSpPr txBox="1"/>
              <p:nvPr/>
            </p:nvSpPr>
            <p:spPr>
              <a:xfrm>
                <a:off x="773920" y="1144546"/>
                <a:ext cx="562975" cy="461665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 smtClean="0">
                    <a:solidFill>
                      <a:srgbClr val="0070C0"/>
                    </a:solidFill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02</a:t>
                </a:r>
                <a:endParaRPr lang="zh-CN" altLang="en-US" sz="2400" b="1" dirty="0">
                  <a:solidFill>
                    <a:srgbClr val="0070C0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9" name="Picture 4" descr="Openstack-vertical-small.png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2386"/>
            <a:stretch/>
          </p:blipFill>
          <p:spPr bwMode="auto">
            <a:xfrm>
              <a:off x="741933" y="49353"/>
              <a:ext cx="1193192" cy="9260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0" name="直接连接符 19"/>
            <p:cNvCxnSpPr/>
            <p:nvPr/>
          </p:nvCxnSpPr>
          <p:spPr bwMode="auto">
            <a:xfrm>
              <a:off x="845226" y="1145326"/>
              <a:ext cx="1859874" cy="0"/>
            </a:xfrm>
            <a:prstGeom prst="line">
              <a:avLst/>
            </a:prstGeom>
            <a:ln>
              <a:solidFill>
                <a:srgbClr val="4F81BD"/>
              </a:solidFill>
            </a:ln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2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0594" y="-127000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58052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-174171" y="-124529"/>
            <a:ext cx="12689115" cy="7108495"/>
          </a:xfrm>
          <a:prstGeom prst="rect">
            <a:avLst/>
          </a:prstGeom>
          <a:gradFill>
            <a:gsLst>
              <a:gs pos="83000">
                <a:srgbClr val="E6E3DE"/>
              </a:gs>
              <a:gs pos="20000">
                <a:srgbClr val="F7F4ED"/>
              </a:gs>
            </a:gsLst>
            <a:path path="circle">
              <a:fillToRect l="50000" t="50000" r="50000" b="50000"/>
            </a:path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9504" y="2948751"/>
            <a:ext cx="3355272" cy="1042527"/>
          </a:xfrm>
        </p:spPr>
        <p:txBody>
          <a:bodyPr/>
          <a:lstStyle>
            <a:lvl1pPr algn="l">
              <a:defRPr b="1">
                <a:solidFill>
                  <a:srgbClr val="00B0F0"/>
                </a:solidFill>
              </a:defRPr>
            </a:lvl1pPr>
          </a:lstStyle>
          <a:p>
            <a:r>
              <a:rPr lang="zh-CN" altLang="en-US" dirty="0"/>
              <a:t>单击此处</a:t>
            </a:r>
            <a:r>
              <a:rPr lang="zh-CN" altLang="en-US" dirty="0" smtClean="0"/>
              <a:t>编辑</a:t>
            </a:r>
            <a:endParaRPr lang="zh-CN" altLang="en-US" dirty="0"/>
          </a:p>
        </p:txBody>
      </p:sp>
      <p:sp>
        <p:nvSpPr>
          <p:cNvPr id="17" name="标题 1"/>
          <p:cNvSpPr txBox="1">
            <a:spLocks/>
          </p:cNvSpPr>
          <p:nvPr userDrawn="1"/>
        </p:nvSpPr>
        <p:spPr bwMode="auto">
          <a:xfrm>
            <a:off x="619504" y="4029379"/>
            <a:ext cx="3355272" cy="847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C00000"/>
                </a:solidFill>
                <a:latin typeface="+mj-lt"/>
                <a:ea typeface="+mj-ea"/>
                <a:cs typeface="+mj-cs"/>
                <a:sym typeface="Calibri Light" charset="0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5pPr>
            <a:lvl6pPr marL="4572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6pPr>
            <a:lvl7pPr marL="9144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7pPr>
            <a:lvl8pPr marL="1371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8pPr>
            <a:lvl9pPr marL="18288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Calibri Light" charset="0"/>
                <a:ea typeface="微软雅黑" pitchFamily="34" charset="-122"/>
                <a:sym typeface="Calibri Light" charset="0"/>
              </a:defRPr>
            </a:lvl9pPr>
          </a:lstStyle>
          <a:p>
            <a:pPr algn="l">
              <a:buFontTx/>
            </a:pPr>
            <a:r>
              <a:rPr lang="zh-CN" altLang="en-US" sz="2800" kern="0" dirty="0" smtClean="0">
                <a:solidFill>
                  <a:srgbClr val="00B0F0"/>
                </a:solidFill>
              </a:rPr>
              <a:t>单击此处编辑母版标题样式</a:t>
            </a:r>
            <a:endParaRPr lang="zh-CN" altLang="en-US" sz="2800" kern="0" dirty="0">
              <a:solidFill>
                <a:srgbClr val="00B0F0"/>
              </a:solidFill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741933" y="49353"/>
            <a:ext cx="2332833" cy="1556858"/>
            <a:chOff x="741933" y="49353"/>
            <a:chExt cx="2332833" cy="1556858"/>
          </a:xfrm>
        </p:grpSpPr>
        <p:grpSp>
          <p:nvGrpSpPr>
            <p:cNvPr id="13" name="组合 12"/>
            <p:cNvGrpSpPr/>
            <p:nvPr/>
          </p:nvGrpSpPr>
          <p:grpSpPr>
            <a:xfrm>
              <a:off x="741933" y="49353"/>
              <a:ext cx="2332833" cy="1556858"/>
              <a:chOff x="741933" y="49353"/>
              <a:chExt cx="2332833" cy="1556858"/>
            </a:xfrm>
          </p:grpSpPr>
          <p:sp>
            <p:nvSpPr>
              <p:cNvPr id="25" name="文本框 24"/>
              <p:cNvSpPr txBox="1"/>
              <p:nvPr/>
            </p:nvSpPr>
            <p:spPr>
              <a:xfrm>
                <a:off x="1239007" y="1226093"/>
                <a:ext cx="1835759" cy="369332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err="1" smtClean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OpenStack</a:t>
                </a:r>
                <a:r>
                  <a:rPr lang="zh-CN" altLang="en-US" dirty="0" smtClean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项目</a:t>
                </a:r>
                <a:endParaRPr lang="zh-CN" altLang="en-US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26" name="Picture 4" descr="Openstack-vertical-small.png"/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386"/>
              <a:stretch/>
            </p:blipFill>
            <p:spPr bwMode="auto">
              <a:xfrm>
                <a:off x="741933" y="49353"/>
                <a:ext cx="1193192" cy="92608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7" name="文本框 26"/>
              <p:cNvSpPr txBox="1"/>
              <p:nvPr/>
            </p:nvSpPr>
            <p:spPr>
              <a:xfrm>
                <a:off x="773920" y="1144546"/>
                <a:ext cx="562975" cy="461665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 smtClean="0">
                    <a:solidFill>
                      <a:srgbClr val="0070C0"/>
                    </a:solidFill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03</a:t>
                </a:r>
                <a:endParaRPr lang="zh-CN" altLang="en-US" sz="2400" b="1" dirty="0">
                  <a:solidFill>
                    <a:srgbClr val="0070C0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4" name="Picture 4" descr="Openstack-vertical-small.png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2386"/>
            <a:stretch/>
          </p:blipFill>
          <p:spPr bwMode="auto">
            <a:xfrm>
              <a:off x="741933" y="49353"/>
              <a:ext cx="1193192" cy="9260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4" name="直接连接符 23"/>
            <p:cNvCxnSpPr/>
            <p:nvPr/>
          </p:nvCxnSpPr>
          <p:spPr bwMode="auto">
            <a:xfrm flipV="1">
              <a:off x="845226" y="1144546"/>
              <a:ext cx="2113426" cy="780"/>
            </a:xfrm>
            <a:prstGeom prst="line">
              <a:avLst/>
            </a:prstGeom>
            <a:ln>
              <a:solidFill>
                <a:srgbClr val="4F81BD"/>
              </a:solidFill>
            </a:ln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5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0594" y="-127000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475562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0594" y="-127000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621271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0594" y="-127000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04031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0594" y="-127000"/>
            <a:ext cx="17843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824000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45333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50800"/>
            <a:ext cx="2628900" cy="61277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50800"/>
            <a:ext cx="7734300" cy="61277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04793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50800"/>
            <a:ext cx="10515600" cy="7985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838200" y="1120775"/>
            <a:ext cx="10515600" cy="50577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8148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 sz="4800">
                <a:solidFill>
                  <a:srgbClr val="C00000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496" y="-20538"/>
            <a:ext cx="12208675" cy="3756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8042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8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426181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ctr"/>
          <a:lstStyle>
            <a:lvl1pPr algn="ctr">
              <a:defRPr sz="4000" b="0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423388"/>
            <a:ext cx="10363200" cy="1500187"/>
          </a:xfrm>
        </p:spPr>
        <p:txBody>
          <a:bodyPr anchor="ctr"/>
          <a:lstStyle>
            <a:lvl1pPr marL="0" indent="0" algn="ctr">
              <a:buNone/>
              <a:defRPr sz="4800">
                <a:solidFill>
                  <a:srgbClr val="C00000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7864" y="6525170"/>
            <a:ext cx="1224136" cy="332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1084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120775"/>
            <a:ext cx="5181600" cy="50577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120775"/>
            <a:ext cx="5181600" cy="50577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95657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362069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2102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71909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76507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38577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825603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650831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50800"/>
            <a:ext cx="2628900" cy="61277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50800"/>
            <a:ext cx="7734300" cy="61277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28327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50800"/>
            <a:ext cx="10515600" cy="7985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838200" y="1120775"/>
            <a:ext cx="10515600" cy="50577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79250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838200" y="63863"/>
            <a:ext cx="10515600" cy="79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>
                <a:sym typeface="Calibri Light" charset="0"/>
              </a:rPr>
              <a:t>单击此处编辑母版标题样式</a:t>
            </a:r>
          </a:p>
        </p:txBody>
      </p:sp>
      <p:sp>
        <p:nvSpPr>
          <p:cNvPr id="1028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979715"/>
            <a:ext cx="10515600" cy="51988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dirty="0">
                <a:sym typeface="Calibri" pitchFamily="34" charset="0"/>
              </a:rPr>
              <a:t>单击此处编辑母版文本样式</a:t>
            </a:r>
          </a:p>
          <a:p>
            <a:pPr lvl="1"/>
            <a:r>
              <a:rPr lang="zh-CN" dirty="0">
                <a:sym typeface="Calibri" pitchFamily="34" charset="0"/>
              </a:rPr>
              <a:t>第二级</a:t>
            </a:r>
          </a:p>
          <a:p>
            <a:pPr lvl="2"/>
            <a:r>
              <a:rPr lang="zh-CN" dirty="0">
                <a:sym typeface="Calibri" pitchFamily="34" charset="0"/>
              </a:rPr>
              <a:t>第三级</a:t>
            </a:r>
          </a:p>
          <a:p>
            <a:pPr lvl="3"/>
            <a:r>
              <a:rPr lang="zh-CN" dirty="0">
                <a:sym typeface="Calibri" pitchFamily="34" charset="0"/>
              </a:rPr>
              <a:t>第四级</a:t>
            </a:r>
          </a:p>
          <a:p>
            <a:pPr lvl="4"/>
            <a:r>
              <a:rPr lang="zh-CN" dirty="0">
                <a:sym typeface="Calibri" pitchFamily="34" charset="0"/>
              </a:rPr>
              <a:t>第五级</a:t>
            </a:r>
          </a:p>
        </p:txBody>
      </p:sp>
      <p:sp>
        <p:nvSpPr>
          <p:cNvPr id="1030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宋体" pitchFamily="2" charset="-122"/>
                <a:ea typeface="宋体" pitchFamily="2" charset="-122"/>
                <a:sym typeface="Calibri" pitchFamily="34" charset="0"/>
              </a:defRPr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1035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b="1">
                <a:solidFill>
                  <a:srgbClr val="C00000"/>
                </a:solidFill>
                <a:latin typeface="宋体" pitchFamily="2" charset="-122"/>
                <a:ea typeface="宋体" pitchFamily="2" charset="-122"/>
              </a:defRPr>
            </a:lvl1pPr>
          </a:lstStyle>
          <a:p>
            <a:pPr algn="l"/>
            <a:fld id="{23F96CF8-27D6-4507-B7E4-8667B630D5ED}" type="slidenum">
              <a:rPr lang="zh-CN" altLang="zh-CN" smtClean="0"/>
              <a:pPr algn="l"/>
              <a:t>‹#›</a:t>
            </a:fld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  <p:sldLayoutId id="2147483651" r:id="rId3"/>
    <p:sldLayoutId id="2147483686" r:id="rId4"/>
    <p:sldLayoutId id="2147483685" r:id="rId5"/>
    <p:sldLayoutId id="2147483652" r:id="rId6"/>
    <p:sldLayoutId id="2147483682" r:id="rId7"/>
    <p:sldLayoutId id="2147483679" r:id="rId8"/>
    <p:sldLayoutId id="2147483684" r:id="rId9"/>
    <p:sldLayoutId id="2147483683" r:id="rId10"/>
    <p:sldLayoutId id="2147483680" r:id="rId11"/>
    <p:sldLayoutId id="2147483681" r:id="rId12"/>
    <p:sldLayoutId id="2147483675" r:id="rId13"/>
    <p:sldLayoutId id="2147483676" r:id="rId14"/>
    <p:sldLayoutId id="2147483653" r:id="rId15"/>
    <p:sldLayoutId id="2147483654" r:id="rId16"/>
    <p:sldLayoutId id="2147483677" r:id="rId17"/>
    <p:sldLayoutId id="2147483678" r:id="rId18"/>
    <p:sldLayoutId id="2147483655" r:id="rId19"/>
    <p:sldLayoutId id="2147483656" r:id="rId20"/>
    <p:sldLayoutId id="2147483657" r:id="rId21"/>
    <p:sldLayoutId id="2147483658" r:id="rId22"/>
    <p:sldLayoutId id="2147483659" r:id="rId23"/>
    <p:sldLayoutId id="2147483660" r:id="rId24"/>
  </p:sldLayoutIdLst>
  <p:timing>
    <p:tnLst>
      <p:par>
        <p:cTn id="1" dur="indefinite" restart="never" nodeType="tmRoot"/>
      </p:par>
    </p:tnLst>
  </p:timing>
  <p:hf sldNum="0" hdr="0" ftr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C00000"/>
          </a:solidFill>
          <a:latin typeface="+mj-lt"/>
          <a:ea typeface="+mj-ea"/>
          <a:cs typeface="+mj-cs"/>
          <a:sym typeface="Calibri Light" charset="0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alibri Light" charset="0"/>
          <a:ea typeface="微软雅黑" pitchFamily="34" charset="-122"/>
          <a:sym typeface="Calibri Light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alibri Light" charset="0"/>
          <a:ea typeface="微软雅黑" pitchFamily="34" charset="-122"/>
          <a:sym typeface="Calibri Light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alibri Light" charset="0"/>
          <a:ea typeface="微软雅黑" pitchFamily="34" charset="-122"/>
          <a:sym typeface="Calibri Light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alibri Light" charset="0"/>
          <a:ea typeface="微软雅黑" pitchFamily="34" charset="-122"/>
          <a:sym typeface="Calibri Light" charset="0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alibri Light" charset="0"/>
          <a:ea typeface="微软雅黑" pitchFamily="34" charset="-122"/>
          <a:sym typeface="Calibri Light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alibri Light" charset="0"/>
          <a:ea typeface="微软雅黑" pitchFamily="34" charset="-122"/>
          <a:sym typeface="Calibri Light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alibri Light" charset="0"/>
          <a:ea typeface="微软雅黑" pitchFamily="34" charset="-122"/>
          <a:sym typeface="Calibri Light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alibri Light" charset="0"/>
          <a:ea typeface="微软雅黑" pitchFamily="34" charset="-122"/>
          <a:sym typeface="Calibri Light" charset="0"/>
        </a:defRPr>
      </a:lvl9pPr>
    </p:titleStyle>
    <p:bodyStyle>
      <a:lvl1pPr marL="228600" indent="-228600" algn="l" defTabSz="0" rtl="0" eaLnBrk="0" fontAlgn="base" hangingPunct="0">
        <a:lnSpc>
          <a:spcPct val="130000"/>
        </a:lnSpc>
        <a:spcBef>
          <a:spcPts val="1000"/>
        </a:spcBef>
        <a:spcAft>
          <a:spcPct val="0"/>
        </a:spcAft>
        <a:buFont typeface="Arial" pitchFamily="34" charset="0"/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1pPr>
      <a:lvl2pPr marL="685800" indent="-228600" algn="l" defTabSz="0" rtl="0" eaLnBrk="0" fontAlgn="base" hangingPunct="0">
        <a:lnSpc>
          <a:spcPct val="13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3200">
          <a:solidFill>
            <a:schemeClr val="tx1"/>
          </a:solidFill>
          <a:latin typeface="+mn-lt"/>
          <a:ea typeface="+mn-ea"/>
          <a:sym typeface="Calibri" pitchFamily="34" charset="0"/>
        </a:defRPr>
      </a:lvl2pPr>
      <a:lvl3pPr marL="1143000" indent="-228600" algn="l" defTabSz="0" rtl="0" eaLnBrk="0" fontAlgn="base" hangingPunct="0">
        <a:lnSpc>
          <a:spcPct val="13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800">
          <a:solidFill>
            <a:schemeClr val="tx1"/>
          </a:solidFill>
          <a:latin typeface="+mn-lt"/>
          <a:ea typeface="+mn-ea"/>
          <a:sym typeface="Calibri" pitchFamily="34" charset="0"/>
        </a:defRPr>
      </a:lvl3pPr>
      <a:lvl4pPr marL="1600200" indent="-228600" algn="l" defTabSz="0" rtl="0" eaLnBrk="0" fontAlgn="base" hangingPunct="0">
        <a:lnSpc>
          <a:spcPct val="13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Calibri" pitchFamily="34" charset="0"/>
        </a:defRPr>
      </a:lvl4pPr>
      <a:lvl5pPr marL="2057400" indent="-228600" algn="l" defTabSz="0" rtl="0" eaLnBrk="0" fontAlgn="base" hangingPunct="0">
        <a:lnSpc>
          <a:spcPct val="13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Calibri" pitchFamily="34" charset="0"/>
        </a:defRPr>
      </a:lvl5pPr>
      <a:lvl6pPr marL="2514600" indent="-228600" algn="l" defTabSz="0" rtl="0" eaLnBrk="0" fontAlgn="base" hangingPunct="0">
        <a:lnSpc>
          <a:spcPct val="13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itchFamily="34" charset="0"/>
        </a:defRPr>
      </a:lvl6pPr>
      <a:lvl7pPr marL="2971800" indent="-228600" algn="l" defTabSz="0" rtl="0" eaLnBrk="0" fontAlgn="base" hangingPunct="0">
        <a:lnSpc>
          <a:spcPct val="13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itchFamily="34" charset="0"/>
        </a:defRPr>
      </a:lvl7pPr>
      <a:lvl8pPr marL="3429000" indent="-228600" algn="l" defTabSz="0" rtl="0" eaLnBrk="0" fontAlgn="base" hangingPunct="0">
        <a:lnSpc>
          <a:spcPct val="13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itchFamily="34" charset="0"/>
        </a:defRPr>
      </a:lvl8pPr>
      <a:lvl9pPr marL="3886200" indent="-228600" algn="l" defTabSz="0" rtl="0" eaLnBrk="0" fontAlgn="base" hangingPunct="0">
        <a:lnSpc>
          <a:spcPct val="13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838200" y="63863"/>
            <a:ext cx="10515600" cy="79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>
                <a:sym typeface="Calibri Light" charset="0"/>
              </a:rPr>
              <a:t>单击此处编辑母版标题样式</a:t>
            </a:r>
          </a:p>
        </p:txBody>
      </p:sp>
      <p:sp>
        <p:nvSpPr>
          <p:cNvPr id="1028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979715"/>
            <a:ext cx="10515600" cy="51988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dirty="0">
                <a:sym typeface="Calibri" pitchFamily="34" charset="0"/>
              </a:rPr>
              <a:t>单击此处编辑母版文本样式</a:t>
            </a:r>
          </a:p>
          <a:p>
            <a:pPr lvl="1"/>
            <a:r>
              <a:rPr lang="zh-CN" dirty="0">
                <a:sym typeface="Calibri" pitchFamily="34" charset="0"/>
              </a:rPr>
              <a:t>第二级</a:t>
            </a:r>
          </a:p>
          <a:p>
            <a:pPr lvl="2"/>
            <a:r>
              <a:rPr lang="zh-CN" dirty="0">
                <a:sym typeface="Calibri" pitchFamily="34" charset="0"/>
              </a:rPr>
              <a:t>第三级</a:t>
            </a:r>
          </a:p>
          <a:p>
            <a:pPr lvl="3"/>
            <a:r>
              <a:rPr lang="zh-CN" dirty="0">
                <a:sym typeface="Calibri" pitchFamily="34" charset="0"/>
              </a:rPr>
              <a:t>第四级</a:t>
            </a:r>
          </a:p>
          <a:p>
            <a:pPr lvl="4"/>
            <a:r>
              <a:rPr lang="zh-CN" dirty="0">
                <a:sym typeface="Calibri" pitchFamily="34" charset="0"/>
              </a:rPr>
              <a:t>第五级</a:t>
            </a:r>
          </a:p>
        </p:txBody>
      </p:sp>
      <p:sp>
        <p:nvSpPr>
          <p:cNvPr id="1030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宋体" pitchFamily="2" charset="-122"/>
                <a:ea typeface="宋体" pitchFamily="2" charset="-122"/>
                <a:sym typeface="Calibri" pitchFamily="34" charset="0"/>
              </a:defRPr>
            </a:lvl1pPr>
          </a:lstStyle>
          <a:p>
            <a:r>
              <a:rPr lang="zh-CN" altLang="en-US"/>
              <a:t>版权所有： 南京第五十五所计算开发有限公司</a:t>
            </a:r>
            <a:endParaRPr lang="zh-CN" altLang="zh-CN"/>
          </a:p>
        </p:txBody>
      </p:sp>
      <p:sp>
        <p:nvSpPr>
          <p:cNvPr id="1035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b="1">
                <a:solidFill>
                  <a:srgbClr val="C00000"/>
                </a:solidFill>
                <a:latin typeface="宋体" pitchFamily="2" charset="-122"/>
                <a:ea typeface="宋体" pitchFamily="2" charset="-122"/>
              </a:defRPr>
            </a:lvl1pPr>
          </a:lstStyle>
          <a:p>
            <a:pPr algn="l"/>
            <a:fld id="{23F96CF8-27D6-4507-B7E4-8667B630D5ED}" type="slidenum">
              <a:rPr lang="zh-CN" altLang="zh-CN" smtClean="0"/>
              <a:pPr algn="l"/>
              <a:t>‹#›</a:t>
            </a:fld>
            <a:endParaRPr lang="zh-CN" altLang="zh-CN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408" y="6270172"/>
            <a:ext cx="1671983" cy="45459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1787" y="65315"/>
            <a:ext cx="867677" cy="867677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 bwMode="auto">
          <a:xfrm>
            <a:off x="-9969" y="1"/>
            <a:ext cx="261257" cy="932992"/>
          </a:xfrm>
          <a:prstGeom prst="rect">
            <a:avLst/>
          </a:prstGeom>
          <a:solidFill>
            <a:srgbClr val="C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47180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74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iming>
    <p:tnLst>
      <p:par>
        <p:cTn id="1" dur="indefinite" restart="never" nodeType="tmRoot"/>
      </p:par>
    </p:tnLst>
  </p:timing>
  <p:hf sldNum="0" hdr="0" ftr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C00000"/>
          </a:solidFill>
          <a:latin typeface="+mj-lt"/>
          <a:ea typeface="+mj-ea"/>
          <a:cs typeface="+mj-cs"/>
          <a:sym typeface="Calibri Light" charset="0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alibri Light" charset="0"/>
          <a:ea typeface="微软雅黑" pitchFamily="34" charset="-122"/>
          <a:sym typeface="Calibri Light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alibri Light" charset="0"/>
          <a:ea typeface="微软雅黑" pitchFamily="34" charset="-122"/>
          <a:sym typeface="Calibri Light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alibri Light" charset="0"/>
          <a:ea typeface="微软雅黑" pitchFamily="34" charset="-122"/>
          <a:sym typeface="Calibri Light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alibri Light" charset="0"/>
          <a:ea typeface="微软雅黑" pitchFamily="34" charset="-122"/>
          <a:sym typeface="Calibri Light" charset="0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alibri Light" charset="0"/>
          <a:ea typeface="微软雅黑" pitchFamily="34" charset="-122"/>
          <a:sym typeface="Calibri Light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alibri Light" charset="0"/>
          <a:ea typeface="微软雅黑" pitchFamily="34" charset="-122"/>
          <a:sym typeface="Calibri Light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alibri Light" charset="0"/>
          <a:ea typeface="微软雅黑" pitchFamily="34" charset="-122"/>
          <a:sym typeface="Calibri Light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Calibri Light" charset="0"/>
          <a:ea typeface="微软雅黑" pitchFamily="34" charset="-122"/>
          <a:sym typeface="Calibri Light" charset="0"/>
        </a:defRPr>
      </a:lvl9pPr>
    </p:titleStyle>
    <p:bodyStyle>
      <a:lvl1pPr marL="228600" indent="-228600" algn="l" defTabSz="0" rtl="0" eaLnBrk="0" fontAlgn="base" hangingPunct="0">
        <a:lnSpc>
          <a:spcPct val="130000"/>
        </a:lnSpc>
        <a:spcBef>
          <a:spcPts val="1000"/>
        </a:spcBef>
        <a:spcAft>
          <a:spcPct val="0"/>
        </a:spcAft>
        <a:buFont typeface="Arial" pitchFamily="34" charset="0"/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1pPr>
      <a:lvl2pPr marL="685800" indent="-228600" algn="l" defTabSz="0" rtl="0" eaLnBrk="0" fontAlgn="base" hangingPunct="0">
        <a:lnSpc>
          <a:spcPct val="13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3200">
          <a:solidFill>
            <a:schemeClr val="tx1"/>
          </a:solidFill>
          <a:latin typeface="+mn-lt"/>
          <a:ea typeface="+mn-ea"/>
          <a:sym typeface="Calibri" pitchFamily="34" charset="0"/>
        </a:defRPr>
      </a:lvl2pPr>
      <a:lvl3pPr marL="1143000" indent="-228600" algn="l" defTabSz="0" rtl="0" eaLnBrk="0" fontAlgn="base" hangingPunct="0">
        <a:lnSpc>
          <a:spcPct val="13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800">
          <a:solidFill>
            <a:schemeClr val="tx1"/>
          </a:solidFill>
          <a:latin typeface="+mn-lt"/>
          <a:ea typeface="+mn-ea"/>
          <a:sym typeface="Calibri" pitchFamily="34" charset="0"/>
        </a:defRPr>
      </a:lvl3pPr>
      <a:lvl4pPr marL="1600200" indent="-228600" algn="l" defTabSz="0" rtl="0" eaLnBrk="0" fontAlgn="base" hangingPunct="0">
        <a:lnSpc>
          <a:spcPct val="13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Calibri" pitchFamily="34" charset="0"/>
        </a:defRPr>
      </a:lvl4pPr>
      <a:lvl5pPr marL="2057400" indent="-228600" algn="l" defTabSz="0" rtl="0" eaLnBrk="0" fontAlgn="base" hangingPunct="0">
        <a:lnSpc>
          <a:spcPct val="13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Calibri" pitchFamily="34" charset="0"/>
        </a:defRPr>
      </a:lvl5pPr>
      <a:lvl6pPr marL="2514600" indent="-228600" algn="l" defTabSz="0" rtl="0" eaLnBrk="0" fontAlgn="base" hangingPunct="0">
        <a:lnSpc>
          <a:spcPct val="13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itchFamily="34" charset="0"/>
        </a:defRPr>
      </a:lvl6pPr>
      <a:lvl7pPr marL="2971800" indent="-228600" algn="l" defTabSz="0" rtl="0" eaLnBrk="0" fontAlgn="base" hangingPunct="0">
        <a:lnSpc>
          <a:spcPct val="13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itchFamily="34" charset="0"/>
        </a:defRPr>
      </a:lvl7pPr>
      <a:lvl8pPr marL="3429000" indent="-228600" algn="l" defTabSz="0" rtl="0" eaLnBrk="0" fontAlgn="base" hangingPunct="0">
        <a:lnSpc>
          <a:spcPct val="13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itchFamily="34" charset="0"/>
        </a:defRPr>
      </a:lvl8pPr>
      <a:lvl9pPr marL="3886200" indent="-228600" algn="l" defTabSz="0" rtl="0" eaLnBrk="0" fontAlgn="base" hangingPunct="0">
        <a:lnSpc>
          <a:spcPct val="13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文本框 76"/>
          <p:cNvSpPr txBox="1"/>
          <p:nvPr/>
        </p:nvSpPr>
        <p:spPr>
          <a:xfrm>
            <a:off x="1691333" y="4023040"/>
            <a:ext cx="1837170" cy="461665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sz="2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Docker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691333" y="3192043"/>
            <a:ext cx="1795684" cy="83099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zh-CN" altLang="en-US" sz="4800" b="1" smtClean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项目</a:t>
            </a:r>
            <a:r>
              <a:rPr lang="en-US" altLang="zh-CN" sz="4800" b="1" dirty="0" smtClean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4800" b="1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267200" y="929774"/>
            <a:ext cx="779227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kern="100" spc="10" dirty="0" smtClean="0">
                <a:latin typeface="+mn-ea"/>
                <a:ea typeface="+mn-ea"/>
              </a:rPr>
              <a:t>       </a:t>
            </a:r>
            <a:r>
              <a:rPr lang="en-US" altLang="zh-CN" sz="3200" kern="100" spc="10" dirty="0" err="1" smtClean="0">
                <a:latin typeface="+mn-ea"/>
                <a:ea typeface="+mn-ea"/>
              </a:rPr>
              <a:t>Docker</a:t>
            </a:r>
            <a:r>
              <a:rPr lang="zh-CN" altLang="zh-CN" sz="3200" kern="100" spc="10" dirty="0">
                <a:latin typeface="+mn-ea"/>
                <a:ea typeface="+mn-ea"/>
                <a:cs typeface="Times New Roman" panose="02020603050405020304" pitchFamily="18" charset="0"/>
              </a:rPr>
              <a:t>是时下流行的容器技术，在云计算领域应用广泛。本项目通过两个任务，主要介绍容器技术的发展及其应用，以及</a:t>
            </a:r>
            <a:r>
              <a:rPr lang="en-US" altLang="zh-CN" sz="3200" kern="100" spc="10" dirty="0" err="1">
                <a:latin typeface="+mn-ea"/>
                <a:ea typeface="+mn-ea"/>
              </a:rPr>
              <a:t>Docker</a:t>
            </a:r>
            <a:r>
              <a:rPr lang="zh-CN" altLang="zh-CN" sz="3200" kern="100" spc="10" dirty="0">
                <a:latin typeface="+mn-ea"/>
                <a:ea typeface="+mn-ea"/>
                <a:cs typeface="Times New Roman" panose="02020603050405020304" pitchFamily="18" charset="0"/>
              </a:rPr>
              <a:t>在</a:t>
            </a:r>
            <a:r>
              <a:rPr lang="en-US" altLang="zh-CN" sz="3200" kern="100" spc="10" dirty="0" err="1">
                <a:latin typeface="+mn-ea"/>
                <a:ea typeface="+mn-ea"/>
              </a:rPr>
              <a:t>CentOS</a:t>
            </a:r>
            <a:r>
              <a:rPr lang="en-US" altLang="zh-CN" sz="3200" kern="100" spc="10" dirty="0">
                <a:latin typeface="+mn-ea"/>
                <a:ea typeface="+mn-ea"/>
              </a:rPr>
              <a:t> 7</a:t>
            </a:r>
            <a:r>
              <a:rPr lang="zh-CN" altLang="zh-CN" sz="3200" kern="100" spc="10" dirty="0">
                <a:latin typeface="+mn-ea"/>
                <a:ea typeface="+mn-ea"/>
                <a:cs typeface="Times New Roman" panose="02020603050405020304" pitchFamily="18" charset="0"/>
              </a:rPr>
              <a:t>和</a:t>
            </a:r>
            <a:r>
              <a:rPr lang="en-US" altLang="zh-CN" sz="3200" kern="100" spc="10" dirty="0">
                <a:latin typeface="+mn-ea"/>
                <a:ea typeface="+mn-ea"/>
              </a:rPr>
              <a:t>Windows</a:t>
            </a:r>
            <a:r>
              <a:rPr lang="zh-CN" altLang="zh-CN" sz="3200" kern="100" spc="10" dirty="0">
                <a:latin typeface="+mn-ea"/>
                <a:ea typeface="+mn-ea"/>
                <a:cs typeface="Times New Roman" panose="02020603050405020304" pitchFamily="18" charset="0"/>
              </a:rPr>
              <a:t>操作系统中安装的详细</a:t>
            </a:r>
            <a:r>
              <a:rPr lang="zh-CN" altLang="zh-CN" sz="3200" kern="100" spc="10" dirty="0" smtClean="0">
                <a:latin typeface="+mn-ea"/>
                <a:ea typeface="+mn-ea"/>
                <a:cs typeface="Times New Roman" panose="02020603050405020304" pitchFamily="18" charset="0"/>
              </a:rPr>
              <a:t>步骤</a:t>
            </a:r>
            <a:r>
              <a:rPr lang="zh-CN" altLang="en-US" sz="3200" kern="100" spc="10" dirty="0" smtClean="0"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  <a:endParaRPr lang="zh-CN" altLang="en-US" sz="32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51704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ctr"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1.1.1 </a:t>
            </a:r>
            <a:r>
              <a:rPr lang="en-US" altLang="zh-CN" sz="2400" dirty="0" err="1" smtClean="0">
                <a:latin typeface="+mn-ea"/>
                <a:ea typeface="+mn-ea"/>
              </a:rPr>
              <a:t>Docker</a:t>
            </a:r>
            <a:r>
              <a:rPr lang="zh-CN" altLang="en-US" sz="2400" dirty="0" smtClean="0">
                <a:latin typeface="+mn-ea"/>
                <a:ea typeface="+mn-ea"/>
              </a:rPr>
              <a:t>的发展历程</a:t>
            </a:r>
            <a:endParaRPr lang="en-US" altLang="zh-CN" sz="2400" dirty="0" smtClean="0">
              <a:latin typeface="+mn-ea"/>
              <a:ea typeface="+mn-ea"/>
            </a:endParaRPr>
          </a:p>
          <a:p>
            <a:pPr algn="just" fontAlgn="ctr"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       </a:t>
            </a:r>
            <a:r>
              <a:rPr lang="zh-CN" altLang="zh-CN" sz="2400" dirty="0" smtClean="0">
                <a:latin typeface="+mn-ea"/>
                <a:ea typeface="+mn-ea"/>
              </a:rPr>
              <a:t>信息技术</a:t>
            </a:r>
            <a:r>
              <a:rPr lang="zh-CN" altLang="zh-CN" sz="2400" dirty="0">
                <a:latin typeface="+mn-ea"/>
                <a:ea typeface="+mn-ea"/>
              </a:rPr>
              <a:t>的飞速发展，促使人类进入云计算时代，云计算时代下孕育出众多的云计算平台。但众多的云平台之间标准规范不统一，每个云平台都有各自独立的资源管理策略、网络映射策略和内部依赖关系，导致各个平台无法做到相互兼容、相互连接。同时，应用的规模愈发庞大、逻辑愈发复杂，任何一款产品都无法顺利地从一个云平台“迁移”到另外一个云平台</a:t>
            </a:r>
            <a:r>
              <a:rPr lang="zh-CN" altLang="zh-CN" sz="2400" dirty="0" smtClean="0">
                <a:latin typeface="+mn-ea"/>
                <a:ea typeface="+mn-ea"/>
              </a:rPr>
              <a:t>。</a:t>
            </a:r>
            <a:endParaRPr lang="en-US" altLang="zh-CN" sz="2400" dirty="0" smtClean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5757761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1.1 </a:t>
            </a:r>
            <a:r>
              <a:rPr lang="zh-CN" altLang="en-US" dirty="0" smtClean="0"/>
              <a:t>认识</a:t>
            </a:r>
            <a:r>
              <a:rPr lang="en-US" altLang="zh-CN" dirty="0" err="1" smtClean="0"/>
              <a:t>Docker</a:t>
            </a:r>
            <a:r>
              <a:rPr lang="zh-CN" altLang="en-US" dirty="0" smtClean="0"/>
              <a:t>技术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1.1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009913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90484"/>
            <a:ext cx="1169572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ctr"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       </a:t>
            </a:r>
            <a:r>
              <a:rPr lang="en-US" altLang="zh-CN" sz="2400" dirty="0" err="1" smtClean="0">
                <a:latin typeface="+mn-ea"/>
                <a:ea typeface="+mn-ea"/>
              </a:rPr>
              <a:t>Docker</a:t>
            </a:r>
            <a:r>
              <a:rPr lang="zh-CN" altLang="zh-CN" sz="2400" dirty="0">
                <a:latin typeface="+mn-ea"/>
                <a:ea typeface="+mn-ea"/>
              </a:rPr>
              <a:t>利用容器技术弥合了各个云平台之间的差异，</a:t>
            </a: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zh-CN" altLang="zh-CN" sz="2400" dirty="0">
                <a:latin typeface="+mn-ea"/>
                <a:ea typeface="+mn-ea"/>
              </a:rPr>
              <a:t>通过容器来打包应用、解耦应用和运行平台。在进行迁移的时候，只需要在新的服务器上启动需要的容器即可，而所付出的成本代价是极低的</a:t>
            </a:r>
            <a:r>
              <a:rPr lang="zh-CN" altLang="zh-CN" sz="2400" dirty="0" smtClean="0">
                <a:latin typeface="+mn-ea"/>
                <a:ea typeface="+mn-ea"/>
              </a:rPr>
              <a:t>。</a:t>
            </a:r>
            <a:endParaRPr lang="en-US" altLang="zh-CN" sz="2400" dirty="0" smtClean="0">
              <a:latin typeface="+mn-ea"/>
              <a:ea typeface="+mn-ea"/>
            </a:endParaRPr>
          </a:p>
          <a:p>
            <a:pPr indent="540000" algn="just" fontAlgn="ctr"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 </a:t>
            </a:r>
            <a:r>
              <a:rPr lang="en-US" altLang="zh-CN" sz="2400" dirty="0" err="1" smtClean="0">
                <a:latin typeface="+mn-ea"/>
                <a:ea typeface="+mn-ea"/>
              </a:rPr>
              <a:t>Docker</a:t>
            </a:r>
            <a:r>
              <a:rPr lang="zh-CN" altLang="zh-CN" sz="2400" dirty="0">
                <a:latin typeface="+mn-ea"/>
                <a:ea typeface="+mn-ea"/>
              </a:rPr>
              <a:t>最初是</a:t>
            </a:r>
            <a:r>
              <a:rPr lang="en-US" altLang="zh-CN" sz="2400" dirty="0" err="1">
                <a:latin typeface="+mn-ea"/>
                <a:ea typeface="+mn-ea"/>
              </a:rPr>
              <a:t>dotCloud</a:t>
            </a:r>
            <a:r>
              <a:rPr lang="zh-CN" altLang="zh-CN" sz="2400" dirty="0">
                <a:latin typeface="+mn-ea"/>
                <a:ea typeface="+mn-ea"/>
              </a:rPr>
              <a:t>公司的创始人</a:t>
            </a:r>
            <a:r>
              <a:rPr lang="en-US" altLang="zh-CN" sz="2400" dirty="0">
                <a:latin typeface="+mn-ea"/>
                <a:ea typeface="+mn-ea"/>
              </a:rPr>
              <a:t>Solomon </a:t>
            </a:r>
            <a:r>
              <a:rPr lang="en-US" altLang="zh-CN" sz="2400" dirty="0" err="1">
                <a:latin typeface="+mn-ea"/>
                <a:ea typeface="+mn-ea"/>
              </a:rPr>
              <a:t>Hykes</a:t>
            </a:r>
            <a:r>
              <a:rPr lang="zh-CN" altLang="zh-CN" sz="2400" dirty="0">
                <a:latin typeface="+mn-ea"/>
                <a:ea typeface="+mn-ea"/>
              </a:rPr>
              <a:t>所带领的团队发起的，其主要项目代码在</a:t>
            </a:r>
            <a:r>
              <a:rPr lang="en-US" altLang="zh-CN" sz="2400" dirty="0" err="1">
                <a:latin typeface="+mn-ea"/>
                <a:ea typeface="+mn-ea"/>
              </a:rPr>
              <a:t>GitHub</a:t>
            </a:r>
            <a:r>
              <a:rPr lang="zh-CN" altLang="zh-CN" sz="2400" dirty="0">
                <a:latin typeface="+mn-ea"/>
                <a:ea typeface="+mn-ea"/>
              </a:rPr>
              <a:t>上进行维护。</a:t>
            </a:r>
            <a:endParaRPr lang="en-US" altLang="zh-CN" sz="2400" dirty="0" smtClean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5757761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1.1 </a:t>
            </a:r>
            <a:r>
              <a:rPr lang="zh-CN" altLang="en-US" dirty="0" smtClean="0"/>
              <a:t>认识</a:t>
            </a:r>
            <a:r>
              <a:rPr lang="en-US" altLang="zh-CN" dirty="0" err="1" smtClean="0"/>
              <a:t>Docker</a:t>
            </a:r>
            <a:r>
              <a:rPr lang="zh-CN" altLang="en-US" dirty="0" smtClean="0"/>
              <a:t>技术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1.1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883160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/>
          <p:cNvSpPr txBox="1"/>
          <p:nvPr/>
        </p:nvSpPr>
        <p:spPr>
          <a:xfrm>
            <a:off x="496277" y="1744520"/>
            <a:ext cx="1169572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ctr"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1.1.2 </a:t>
            </a:r>
            <a:r>
              <a:rPr lang="en-US" altLang="zh-CN" sz="2400" dirty="0" err="1" smtClean="0">
                <a:latin typeface="+mn-ea"/>
                <a:ea typeface="+mn-ea"/>
              </a:rPr>
              <a:t>Docker</a:t>
            </a:r>
            <a:r>
              <a:rPr lang="zh-CN" altLang="en-US" sz="2400" dirty="0" smtClean="0">
                <a:latin typeface="+mn-ea"/>
                <a:ea typeface="+mn-ea"/>
              </a:rPr>
              <a:t>的概念与特点</a:t>
            </a:r>
            <a:endParaRPr lang="en-US" altLang="zh-CN" sz="2400" dirty="0" smtClean="0">
              <a:latin typeface="+mn-ea"/>
              <a:ea typeface="+mn-ea"/>
            </a:endParaRPr>
          </a:p>
          <a:p>
            <a:pPr algn="just" fontAlgn="ctr"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1. </a:t>
            </a:r>
            <a:r>
              <a:rPr lang="en-US" altLang="zh-CN" sz="2400" dirty="0" err="1" smtClean="0">
                <a:latin typeface="+mn-ea"/>
                <a:ea typeface="+mn-ea"/>
              </a:rPr>
              <a:t>Docker</a:t>
            </a:r>
            <a:r>
              <a:rPr lang="zh-CN" altLang="en-US" sz="2400" dirty="0" smtClean="0">
                <a:latin typeface="+mn-ea"/>
                <a:ea typeface="+mn-ea"/>
              </a:rPr>
              <a:t>的定义</a:t>
            </a:r>
            <a:r>
              <a:rPr lang="en-US" altLang="zh-CN" sz="2400" dirty="0" smtClean="0">
                <a:latin typeface="+mn-ea"/>
                <a:ea typeface="+mn-ea"/>
              </a:rPr>
              <a:t>       </a:t>
            </a:r>
          </a:p>
          <a:p>
            <a:pPr algn="just" fontAlgn="ctr"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       </a:t>
            </a:r>
            <a:r>
              <a:rPr lang="en-US" altLang="zh-CN" sz="2400" dirty="0" err="1" smtClean="0">
                <a:latin typeface="+mn-ea"/>
                <a:ea typeface="+mn-ea"/>
              </a:rPr>
              <a:t>Docker</a:t>
            </a:r>
            <a:r>
              <a:rPr lang="zh-CN" altLang="zh-CN" sz="2400" dirty="0">
                <a:latin typeface="+mn-ea"/>
                <a:ea typeface="+mn-ea"/>
              </a:rPr>
              <a:t>是以</a:t>
            </a: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zh-CN" altLang="zh-CN" sz="2400" dirty="0">
                <a:latin typeface="+mn-ea"/>
                <a:ea typeface="+mn-ea"/>
              </a:rPr>
              <a:t>容器为资源分割和调度的基本单位，封装整个软件运行时环境，为开发者和系统管理员设计，用于构建、发布和运行分布式应用的平台。它是一个跨平台、可移植且简单易用的容器解决方案。</a:t>
            </a: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zh-CN" altLang="zh-CN" sz="2400" dirty="0">
                <a:latin typeface="+mn-ea"/>
                <a:ea typeface="+mn-ea"/>
              </a:rPr>
              <a:t>的源代码托管在</a:t>
            </a:r>
            <a:r>
              <a:rPr lang="en-US" altLang="zh-CN" sz="2400" dirty="0" err="1">
                <a:latin typeface="+mn-ea"/>
                <a:ea typeface="+mn-ea"/>
              </a:rPr>
              <a:t>GitHub</a:t>
            </a:r>
            <a:r>
              <a:rPr lang="zh-CN" altLang="zh-CN" sz="2400" dirty="0">
                <a:latin typeface="+mn-ea"/>
                <a:ea typeface="+mn-ea"/>
              </a:rPr>
              <a:t>上，基于</a:t>
            </a:r>
            <a:r>
              <a:rPr lang="en-US" altLang="zh-CN" sz="2400" dirty="0">
                <a:latin typeface="+mn-ea"/>
                <a:ea typeface="+mn-ea"/>
              </a:rPr>
              <a:t>Go</a:t>
            </a:r>
            <a:r>
              <a:rPr lang="zh-CN" altLang="zh-CN" sz="2400" dirty="0">
                <a:latin typeface="+mn-ea"/>
                <a:ea typeface="+mn-ea"/>
              </a:rPr>
              <a:t>语言开发，并遵从</a:t>
            </a:r>
            <a:r>
              <a:rPr lang="en-US" altLang="zh-CN" sz="2400" dirty="0">
                <a:latin typeface="+mn-ea"/>
                <a:ea typeface="+mn-ea"/>
              </a:rPr>
              <a:t>Apache 2.0</a:t>
            </a:r>
            <a:r>
              <a:rPr lang="zh-CN" altLang="zh-CN" sz="2400" dirty="0">
                <a:latin typeface="+mn-ea"/>
                <a:ea typeface="+mn-ea"/>
              </a:rPr>
              <a:t>协议。</a:t>
            </a: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zh-CN" altLang="zh-CN" sz="2400" dirty="0">
                <a:latin typeface="+mn-ea"/>
                <a:ea typeface="+mn-ea"/>
              </a:rPr>
              <a:t>可在容器内部快速自动化地部署应用，并通过操作系统内核技术（</a:t>
            </a:r>
            <a:r>
              <a:rPr lang="en-US" altLang="zh-CN" sz="2400" dirty="0">
                <a:latin typeface="+mn-ea"/>
                <a:ea typeface="+mn-ea"/>
              </a:rPr>
              <a:t>namespace</a:t>
            </a:r>
            <a:r>
              <a:rPr lang="zh-CN" altLang="zh-CN" sz="2400" dirty="0">
                <a:latin typeface="+mn-ea"/>
                <a:ea typeface="+mn-ea"/>
              </a:rPr>
              <a:t>、</a:t>
            </a:r>
            <a:r>
              <a:rPr lang="en-US" altLang="zh-CN" sz="2400" dirty="0" err="1">
                <a:latin typeface="+mn-ea"/>
                <a:ea typeface="+mn-ea"/>
              </a:rPr>
              <a:t>CGroups</a:t>
            </a:r>
            <a:r>
              <a:rPr lang="zh-CN" altLang="zh-CN" sz="2400" dirty="0">
                <a:latin typeface="+mn-ea"/>
                <a:ea typeface="+mn-ea"/>
              </a:rPr>
              <a:t>等）为容器提供资源隔离与安全保障。</a:t>
            </a:r>
            <a:endParaRPr lang="en-US" altLang="zh-CN" sz="2400" dirty="0" smtClean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5757761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1.1 </a:t>
            </a:r>
            <a:r>
              <a:rPr lang="zh-CN" altLang="en-US" dirty="0" smtClean="0"/>
              <a:t>认识</a:t>
            </a:r>
            <a:r>
              <a:rPr lang="en-US" altLang="zh-CN" dirty="0" err="1" smtClean="0"/>
              <a:t>Docker</a:t>
            </a:r>
            <a:r>
              <a:rPr lang="zh-CN" altLang="en-US" dirty="0" smtClean="0"/>
              <a:t>技术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1.1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506542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/>
          <p:cNvSpPr txBox="1"/>
          <p:nvPr/>
        </p:nvSpPr>
        <p:spPr>
          <a:xfrm>
            <a:off x="496277" y="1744520"/>
            <a:ext cx="1169572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ctr"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2. </a:t>
            </a:r>
            <a:r>
              <a:rPr lang="zh-CN" altLang="en-US" sz="2400" dirty="0" smtClean="0">
                <a:latin typeface="+mn-ea"/>
                <a:ea typeface="+mn-ea"/>
              </a:rPr>
              <a:t>优点</a:t>
            </a:r>
            <a:endParaRPr lang="en-US" altLang="zh-CN" sz="2400" dirty="0" smtClean="0">
              <a:latin typeface="+mn-ea"/>
              <a:ea typeface="+mn-ea"/>
            </a:endParaRPr>
          </a:p>
          <a:p>
            <a:pPr lvl="1" algn="just" fontAlgn="ctr">
              <a:lnSpc>
                <a:spcPct val="150000"/>
              </a:lnSpc>
            </a:pPr>
            <a:r>
              <a:rPr lang="zh-CN" altLang="en-US" sz="2400" dirty="0" smtClean="0">
                <a:latin typeface="+mn-ea"/>
                <a:ea typeface="+mn-ea"/>
              </a:rPr>
              <a:t>（</a:t>
            </a:r>
            <a:r>
              <a:rPr lang="en-US" altLang="zh-CN" sz="2400" dirty="0" smtClean="0">
                <a:latin typeface="+mn-ea"/>
                <a:ea typeface="+mn-ea"/>
              </a:rPr>
              <a:t>1</a:t>
            </a:r>
            <a:r>
              <a:rPr lang="zh-CN" altLang="en-US" sz="2400" dirty="0" smtClean="0">
                <a:latin typeface="+mn-ea"/>
                <a:ea typeface="+mn-ea"/>
              </a:rPr>
              <a:t>）</a:t>
            </a:r>
            <a:r>
              <a:rPr lang="zh-CN" altLang="zh-CN" sz="2400" dirty="0" smtClean="0">
                <a:latin typeface="+mn-ea"/>
                <a:ea typeface="+mn-ea"/>
              </a:rPr>
              <a:t>更</a:t>
            </a:r>
            <a:r>
              <a:rPr lang="zh-CN" altLang="zh-CN" sz="2400" dirty="0">
                <a:latin typeface="+mn-ea"/>
                <a:ea typeface="+mn-ea"/>
              </a:rPr>
              <a:t>快的交付和</a:t>
            </a:r>
            <a:r>
              <a:rPr lang="zh-CN" altLang="zh-CN" sz="2400" dirty="0" smtClean="0">
                <a:latin typeface="+mn-ea"/>
                <a:ea typeface="+mn-ea"/>
              </a:rPr>
              <a:t>部署</a:t>
            </a:r>
            <a:endParaRPr lang="en-US" altLang="zh-CN" sz="2400" dirty="0" smtClean="0">
              <a:latin typeface="+mn-ea"/>
              <a:ea typeface="+mn-ea"/>
            </a:endParaRPr>
          </a:p>
          <a:p>
            <a:pPr lvl="1" algn="just" fontAlgn="ctr">
              <a:lnSpc>
                <a:spcPct val="150000"/>
              </a:lnSpc>
            </a:pPr>
            <a:r>
              <a:rPr lang="zh-CN" altLang="en-US" sz="2400" dirty="0" smtClean="0">
                <a:latin typeface="+mn-ea"/>
                <a:ea typeface="+mn-ea"/>
              </a:rPr>
              <a:t>（</a:t>
            </a:r>
            <a:r>
              <a:rPr lang="en-US" altLang="zh-CN" sz="2400" dirty="0" smtClean="0">
                <a:latin typeface="+mn-ea"/>
                <a:ea typeface="+mn-ea"/>
              </a:rPr>
              <a:t>2</a:t>
            </a:r>
            <a:r>
              <a:rPr lang="zh-CN" altLang="en-US" sz="2400" dirty="0" smtClean="0">
                <a:latin typeface="+mn-ea"/>
                <a:ea typeface="+mn-ea"/>
              </a:rPr>
              <a:t>）</a:t>
            </a:r>
            <a:r>
              <a:rPr lang="zh-CN" altLang="zh-CN" sz="2400" dirty="0" smtClean="0">
                <a:latin typeface="+mn-ea"/>
                <a:ea typeface="+mn-ea"/>
              </a:rPr>
              <a:t>高效</a:t>
            </a:r>
            <a:r>
              <a:rPr lang="zh-CN" altLang="zh-CN" sz="2400" dirty="0">
                <a:latin typeface="+mn-ea"/>
                <a:ea typeface="+mn-ea"/>
              </a:rPr>
              <a:t>的资源利用和</a:t>
            </a:r>
            <a:r>
              <a:rPr lang="zh-CN" altLang="zh-CN" sz="2400" dirty="0" smtClean="0">
                <a:latin typeface="+mn-ea"/>
                <a:ea typeface="+mn-ea"/>
              </a:rPr>
              <a:t>隔离</a:t>
            </a:r>
            <a:endParaRPr lang="en-US" altLang="zh-CN" sz="2400" dirty="0" smtClean="0">
              <a:latin typeface="+mn-ea"/>
              <a:ea typeface="+mn-ea"/>
            </a:endParaRPr>
          </a:p>
          <a:p>
            <a:pPr lvl="1" algn="just" fontAlgn="ctr">
              <a:lnSpc>
                <a:spcPct val="150000"/>
              </a:lnSpc>
            </a:pPr>
            <a:r>
              <a:rPr lang="zh-CN" altLang="en-US" sz="2400" dirty="0" smtClean="0">
                <a:latin typeface="+mn-ea"/>
                <a:ea typeface="+mn-ea"/>
              </a:rPr>
              <a:t>（</a:t>
            </a:r>
            <a:r>
              <a:rPr lang="en-US" altLang="zh-CN" sz="2400" dirty="0" smtClean="0">
                <a:latin typeface="+mn-ea"/>
                <a:ea typeface="+mn-ea"/>
              </a:rPr>
              <a:t>3</a:t>
            </a:r>
            <a:r>
              <a:rPr lang="zh-CN" altLang="en-US" sz="2400" dirty="0" smtClean="0">
                <a:latin typeface="+mn-ea"/>
                <a:ea typeface="+mn-ea"/>
              </a:rPr>
              <a:t>）</a:t>
            </a:r>
            <a:r>
              <a:rPr lang="zh-CN" altLang="zh-CN" sz="2400" dirty="0" smtClean="0">
                <a:latin typeface="+mn-ea"/>
                <a:ea typeface="+mn-ea"/>
              </a:rPr>
              <a:t>环境标准</a:t>
            </a:r>
            <a:r>
              <a:rPr lang="zh-CN" altLang="zh-CN" sz="2400" dirty="0">
                <a:latin typeface="+mn-ea"/>
                <a:ea typeface="+mn-ea"/>
              </a:rPr>
              <a:t>化和</a:t>
            </a:r>
            <a:r>
              <a:rPr lang="zh-CN" altLang="zh-CN" sz="2400" dirty="0" smtClean="0">
                <a:latin typeface="+mn-ea"/>
                <a:ea typeface="+mn-ea"/>
              </a:rPr>
              <a:t>版本控制</a:t>
            </a:r>
            <a:endParaRPr lang="en-US" altLang="zh-CN" sz="2400" dirty="0" smtClean="0">
              <a:latin typeface="+mn-ea"/>
              <a:ea typeface="+mn-ea"/>
            </a:endParaRPr>
          </a:p>
          <a:p>
            <a:pPr lvl="1" algn="just" fontAlgn="ctr">
              <a:lnSpc>
                <a:spcPct val="150000"/>
              </a:lnSpc>
            </a:pPr>
            <a:r>
              <a:rPr lang="zh-CN" altLang="en-US" sz="2400" dirty="0" smtClean="0">
                <a:latin typeface="+mn-ea"/>
                <a:ea typeface="+mn-ea"/>
              </a:rPr>
              <a:t>（</a:t>
            </a:r>
            <a:r>
              <a:rPr lang="en-US" altLang="zh-CN" sz="2400" dirty="0" smtClean="0">
                <a:latin typeface="+mn-ea"/>
                <a:ea typeface="+mn-ea"/>
              </a:rPr>
              <a:t>4</a:t>
            </a:r>
            <a:r>
              <a:rPr lang="zh-CN" altLang="en-US" sz="2400" dirty="0" smtClean="0">
                <a:latin typeface="+mn-ea"/>
                <a:ea typeface="+mn-ea"/>
              </a:rPr>
              <a:t>）</a:t>
            </a:r>
            <a:r>
              <a:rPr lang="zh-CN" altLang="zh-CN" sz="2400" dirty="0" smtClean="0">
                <a:latin typeface="+mn-ea"/>
                <a:ea typeface="+mn-ea"/>
              </a:rPr>
              <a:t>更</a:t>
            </a:r>
            <a:r>
              <a:rPr lang="zh-CN" altLang="zh-CN" sz="2400" dirty="0">
                <a:latin typeface="+mn-ea"/>
                <a:ea typeface="+mn-ea"/>
              </a:rPr>
              <a:t>轻松的迁移和</a:t>
            </a:r>
            <a:r>
              <a:rPr lang="zh-CN" altLang="zh-CN" sz="2400" dirty="0" smtClean="0">
                <a:latin typeface="+mn-ea"/>
                <a:ea typeface="+mn-ea"/>
              </a:rPr>
              <a:t>扩展</a:t>
            </a:r>
            <a:endParaRPr lang="en-US" altLang="zh-CN" sz="2400" dirty="0" smtClean="0">
              <a:latin typeface="+mn-ea"/>
              <a:ea typeface="+mn-ea"/>
            </a:endParaRPr>
          </a:p>
          <a:p>
            <a:pPr lvl="1" algn="just" fontAlgn="ctr">
              <a:lnSpc>
                <a:spcPct val="150000"/>
              </a:lnSpc>
            </a:pPr>
            <a:r>
              <a:rPr lang="zh-CN" altLang="en-US" sz="2400" dirty="0" smtClean="0">
                <a:latin typeface="+mn-ea"/>
                <a:ea typeface="+mn-ea"/>
              </a:rPr>
              <a:t>（</a:t>
            </a:r>
            <a:r>
              <a:rPr lang="en-US" altLang="zh-CN" sz="2400" dirty="0" smtClean="0">
                <a:latin typeface="+mn-ea"/>
                <a:ea typeface="+mn-ea"/>
              </a:rPr>
              <a:t>5</a:t>
            </a:r>
            <a:r>
              <a:rPr lang="zh-CN" altLang="en-US" sz="2400" dirty="0" smtClean="0">
                <a:latin typeface="+mn-ea"/>
                <a:ea typeface="+mn-ea"/>
              </a:rPr>
              <a:t>）</a:t>
            </a:r>
            <a:r>
              <a:rPr lang="zh-CN" altLang="zh-CN" sz="2400" dirty="0" smtClean="0">
                <a:latin typeface="+mn-ea"/>
                <a:ea typeface="+mn-ea"/>
              </a:rPr>
              <a:t>更</a:t>
            </a:r>
            <a:r>
              <a:rPr lang="zh-CN" altLang="zh-CN" sz="2400" dirty="0">
                <a:latin typeface="+mn-ea"/>
                <a:ea typeface="+mn-ea"/>
              </a:rPr>
              <a:t>简单的维护和更新管理</a:t>
            </a:r>
            <a:endParaRPr lang="en-US" altLang="zh-CN" sz="2400" dirty="0" smtClean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5757761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1.1 </a:t>
            </a:r>
            <a:r>
              <a:rPr lang="zh-CN" altLang="en-US" dirty="0" smtClean="0"/>
              <a:t>认识</a:t>
            </a:r>
            <a:r>
              <a:rPr lang="en-US" altLang="zh-CN" dirty="0" err="1" smtClean="0"/>
              <a:t>Docker</a:t>
            </a:r>
            <a:r>
              <a:rPr lang="zh-CN" altLang="en-US" dirty="0" smtClean="0"/>
              <a:t>技术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1.1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807685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/>
          <p:cNvSpPr txBox="1"/>
          <p:nvPr/>
        </p:nvSpPr>
        <p:spPr>
          <a:xfrm>
            <a:off x="320939" y="1723579"/>
            <a:ext cx="622802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ctr">
              <a:lnSpc>
                <a:spcPct val="150000"/>
              </a:lnSpc>
            </a:pPr>
            <a:r>
              <a:rPr lang="en-US" altLang="zh-CN" sz="2200" dirty="0" smtClean="0">
                <a:latin typeface="+mn-ea"/>
                <a:ea typeface="+mn-ea"/>
              </a:rPr>
              <a:t>1. </a:t>
            </a:r>
            <a:r>
              <a:rPr lang="zh-CN" altLang="en-US" sz="2200" dirty="0" smtClean="0">
                <a:latin typeface="+mn-ea"/>
                <a:ea typeface="+mn-ea"/>
              </a:rPr>
              <a:t>调研</a:t>
            </a:r>
            <a:r>
              <a:rPr lang="en-US" altLang="zh-CN" sz="2200" dirty="0" err="1" smtClean="0">
                <a:latin typeface="+mn-ea"/>
                <a:ea typeface="+mn-ea"/>
              </a:rPr>
              <a:t>Docker</a:t>
            </a:r>
            <a:r>
              <a:rPr lang="zh-CN" altLang="en-US" sz="2200" dirty="0" smtClean="0">
                <a:latin typeface="+mn-ea"/>
                <a:ea typeface="+mn-ea"/>
              </a:rPr>
              <a:t>与传统虚拟机的区别</a:t>
            </a:r>
            <a:endParaRPr lang="en-US" altLang="zh-CN" sz="2200" dirty="0" smtClean="0">
              <a:latin typeface="+mn-ea"/>
              <a:ea typeface="+mn-ea"/>
            </a:endParaRPr>
          </a:p>
          <a:p>
            <a:pPr algn="just" fontAlgn="ctr">
              <a:lnSpc>
                <a:spcPct val="150000"/>
              </a:lnSpc>
            </a:pPr>
            <a:r>
              <a:rPr lang="en-US" altLang="zh-CN" sz="2200" dirty="0" smtClean="0">
                <a:latin typeface="+mn-ea"/>
                <a:ea typeface="+mn-ea"/>
              </a:rPr>
              <a:t>       </a:t>
            </a:r>
            <a:r>
              <a:rPr lang="zh-CN" altLang="zh-CN" sz="2200" dirty="0" smtClean="0">
                <a:latin typeface="+mn-ea"/>
                <a:ea typeface="+mn-ea"/>
              </a:rPr>
              <a:t>传统</a:t>
            </a:r>
            <a:r>
              <a:rPr lang="zh-CN" altLang="zh-CN" sz="2200" dirty="0">
                <a:latin typeface="+mn-ea"/>
                <a:ea typeface="+mn-ea"/>
              </a:rPr>
              <a:t>虚拟机运行在宿主机之上，具有完整的操作系统。其自身的内存管理通过相关的虚拟设备进行支持。在虚拟机中，可为用户操作系统和虚拟机管理程序分配有效的资源，从而在单台主机上并行运行一个或多个操作系统的多个实例。每个客户操作系统都作为主机系统中的单个实体运行，但会占用较多的</a:t>
            </a:r>
            <a:r>
              <a:rPr lang="en-US" altLang="zh-CN" sz="2200" dirty="0">
                <a:latin typeface="+mn-ea"/>
                <a:ea typeface="+mn-ea"/>
              </a:rPr>
              <a:t>CPU</a:t>
            </a:r>
            <a:r>
              <a:rPr lang="zh-CN" altLang="zh-CN" sz="2200" dirty="0">
                <a:latin typeface="+mn-ea"/>
                <a:ea typeface="+mn-ea"/>
              </a:rPr>
              <a:t>、内存、硬盘资源。</a:t>
            </a:r>
            <a:endParaRPr lang="en-US" altLang="zh-CN" sz="2200" dirty="0" smtClean="0">
              <a:latin typeface="+mn-ea"/>
              <a:ea typeface="+mn-ea"/>
            </a:endParaRPr>
          </a:p>
        </p:txBody>
      </p:sp>
      <p:pic>
        <p:nvPicPr>
          <p:cNvPr id="7" name="图片 4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5196" y="1932782"/>
            <a:ext cx="3500417" cy="4555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7753603" y="6590985"/>
            <a:ext cx="229325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1600" kern="100" spc="10" dirty="0">
                <a:latin typeface="+mn-ea"/>
                <a:ea typeface="+mn-ea"/>
                <a:cs typeface="Times New Roman" panose="02020603050405020304" pitchFamily="18" charset="0"/>
              </a:rPr>
              <a:t>图</a:t>
            </a:r>
            <a:r>
              <a:rPr lang="en-US" altLang="zh-CN" sz="1600" kern="100" spc="10" dirty="0">
                <a:latin typeface="+mn-ea"/>
                <a:ea typeface="+mn-ea"/>
              </a:rPr>
              <a:t>1-1  </a:t>
            </a:r>
            <a:r>
              <a:rPr lang="zh-CN" altLang="zh-CN" sz="1600" kern="100" spc="10" dirty="0">
                <a:latin typeface="+mn-ea"/>
                <a:ea typeface="+mn-ea"/>
                <a:cs typeface="Times New Roman" panose="02020603050405020304" pitchFamily="18" charset="0"/>
              </a:rPr>
              <a:t>传统虚拟机架构</a:t>
            </a:r>
            <a:endParaRPr lang="zh-CN" altLang="en-US" sz="1600" dirty="0">
              <a:latin typeface="+mn-ea"/>
              <a:ea typeface="+mn-ea"/>
            </a:endParaRPr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5757761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1.1 </a:t>
            </a:r>
            <a:r>
              <a:rPr lang="zh-CN" altLang="en-US" dirty="0" smtClean="0"/>
              <a:t>认识</a:t>
            </a:r>
            <a:r>
              <a:rPr lang="en-US" altLang="zh-CN" dirty="0" err="1" smtClean="0"/>
              <a:t>Docker</a:t>
            </a:r>
            <a:r>
              <a:rPr lang="zh-CN" altLang="en-US" dirty="0" smtClean="0"/>
              <a:t>技术</a:t>
            </a:r>
            <a:endParaRPr lang="zh-CN" altLang="zh-CN" dirty="0"/>
          </a:p>
        </p:txBody>
      </p:sp>
      <p:sp>
        <p:nvSpPr>
          <p:cNvPr id="13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任务实现</a:t>
            </a:r>
            <a:endParaRPr lang="zh-CN" altLang="en-US" sz="3200" b="1" dirty="0"/>
          </a:p>
        </p:txBody>
      </p:sp>
      <p:sp>
        <p:nvSpPr>
          <p:cNvPr id="9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1.1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55914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63286" y="2062209"/>
            <a:ext cx="6123214" cy="4662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200" kern="100" spc="10" dirty="0" smtClean="0">
                <a:latin typeface="+mn-ea"/>
                <a:ea typeface="+mn-ea"/>
              </a:rPr>
              <a:t>       </a:t>
            </a:r>
            <a:r>
              <a:rPr lang="en-US" altLang="zh-CN" sz="2200" kern="100" spc="10" dirty="0" err="1" smtClean="0">
                <a:latin typeface="+mn-ea"/>
                <a:ea typeface="+mn-ea"/>
              </a:rPr>
              <a:t>Docker</a:t>
            </a:r>
            <a:r>
              <a:rPr lang="zh-CN" altLang="zh-CN" sz="2200" kern="100" spc="10" dirty="0">
                <a:latin typeface="+mn-ea"/>
                <a:ea typeface="+mn-ea"/>
                <a:cs typeface="Times New Roman" panose="02020603050405020304" pitchFamily="18" charset="0"/>
              </a:rPr>
              <a:t>不同于传统的虚拟机，</a:t>
            </a:r>
            <a:r>
              <a:rPr lang="en-US" altLang="zh-CN" sz="2200" kern="100" spc="10" dirty="0" err="1">
                <a:latin typeface="+mn-ea"/>
                <a:ea typeface="+mn-ea"/>
              </a:rPr>
              <a:t>Docker</a:t>
            </a:r>
            <a:r>
              <a:rPr lang="zh-CN" altLang="zh-CN" sz="2200" kern="100" spc="10" dirty="0">
                <a:latin typeface="+mn-ea"/>
                <a:ea typeface="+mn-ea"/>
                <a:cs typeface="Times New Roman" panose="02020603050405020304" pitchFamily="18" charset="0"/>
              </a:rPr>
              <a:t>容器是使用</a:t>
            </a:r>
            <a:r>
              <a:rPr lang="en-US" altLang="zh-CN" sz="2200" kern="100" spc="10" dirty="0" err="1">
                <a:latin typeface="+mn-ea"/>
                <a:ea typeface="+mn-ea"/>
              </a:rPr>
              <a:t>Docker</a:t>
            </a:r>
            <a:r>
              <a:rPr lang="zh-CN" altLang="zh-CN" sz="2200" kern="100" spc="10" dirty="0">
                <a:latin typeface="+mn-ea"/>
                <a:ea typeface="+mn-ea"/>
                <a:cs typeface="Times New Roman" panose="02020603050405020304" pitchFamily="18" charset="0"/>
              </a:rPr>
              <a:t>引擎而不是管理程序来执行的。它只包含应用程序及依赖库，基于</a:t>
            </a:r>
            <a:r>
              <a:rPr lang="en-US" altLang="zh-CN" sz="2200" kern="100" spc="10" dirty="0" err="1">
                <a:latin typeface="+mn-ea"/>
                <a:ea typeface="+mn-ea"/>
              </a:rPr>
              <a:t>Libcontainer</a:t>
            </a:r>
            <a:r>
              <a:rPr lang="zh-CN" altLang="zh-CN" sz="2200" kern="100" spc="10" dirty="0">
                <a:latin typeface="+mn-ea"/>
                <a:ea typeface="+mn-ea"/>
                <a:cs typeface="Times New Roman" panose="02020603050405020304" pitchFamily="18" charset="0"/>
              </a:rPr>
              <a:t>运行在宿主机上，因此容器比虚拟机小，并且由于主机内核的共享，可以更快地启动，具有更好的性能、更少的隔离和更好的兼容性。启动容器只需几秒即可完成。由于</a:t>
            </a:r>
            <a:r>
              <a:rPr lang="en-US" altLang="zh-CN" sz="2200" kern="100" spc="10" dirty="0" err="1">
                <a:latin typeface="+mn-ea"/>
                <a:ea typeface="+mn-ea"/>
              </a:rPr>
              <a:t>Docker</a:t>
            </a:r>
            <a:r>
              <a:rPr lang="zh-CN" altLang="zh-CN" sz="2200" kern="100" spc="10" dirty="0">
                <a:latin typeface="+mn-ea"/>
                <a:ea typeface="+mn-ea"/>
                <a:cs typeface="Times New Roman" panose="02020603050405020304" pitchFamily="18" charset="0"/>
              </a:rPr>
              <a:t>轻量、资源占用少，使得</a:t>
            </a:r>
            <a:r>
              <a:rPr lang="en-US" altLang="zh-CN" sz="2200" kern="100" spc="10" dirty="0" err="1">
                <a:latin typeface="+mn-ea"/>
                <a:ea typeface="+mn-ea"/>
              </a:rPr>
              <a:t>Docker</a:t>
            </a:r>
            <a:r>
              <a:rPr lang="zh-CN" altLang="zh-CN" sz="2200" kern="100" spc="10" dirty="0">
                <a:latin typeface="+mn-ea"/>
                <a:ea typeface="+mn-ea"/>
                <a:cs typeface="Times New Roman" panose="02020603050405020304" pitchFamily="18" charset="0"/>
              </a:rPr>
              <a:t>可以轻易地应用到构建标准化的应用中。</a:t>
            </a:r>
            <a:endParaRPr lang="zh-CN" altLang="en-US" sz="2200" dirty="0">
              <a:latin typeface="+mn-ea"/>
              <a:ea typeface="+mn-ea"/>
            </a:endParaRPr>
          </a:p>
        </p:txBody>
      </p:sp>
      <p:pic>
        <p:nvPicPr>
          <p:cNvPr id="1027" name="图片 1" descr="I:\教材-源2\图1-2_1.gif图1-2_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3551" y="2637548"/>
            <a:ext cx="4791378" cy="3614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/>
          <p:cNvSpPr/>
          <p:nvPr/>
        </p:nvSpPr>
        <p:spPr>
          <a:xfrm>
            <a:off x="8146183" y="6386470"/>
            <a:ext cx="196149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1600" kern="100" spc="10" dirty="0">
                <a:latin typeface="+mn-ea"/>
                <a:ea typeface="+mn-ea"/>
                <a:cs typeface="Times New Roman" panose="02020603050405020304" pitchFamily="18" charset="0"/>
              </a:rPr>
              <a:t>图</a:t>
            </a:r>
            <a:r>
              <a:rPr lang="en-US" altLang="zh-CN" sz="1600" kern="100" spc="10" dirty="0" smtClean="0">
                <a:latin typeface="+mn-ea"/>
                <a:ea typeface="+mn-ea"/>
              </a:rPr>
              <a:t>1-2  </a:t>
            </a:r>
            <a:r>
              <a:rPr lang="en-US" altLang="zh-CN" sz="1600" kern="100" spc="10" dirty="0" err="1" smtClean="0">
                <a:latin typeface="+mn-ea"/>
                <a:ea typeface="+mn-ea"/>
              </a:rPr>
              <a:t>Docker</a:t>
            </a:r>
            <a:r>
              <a:rPr lang="zh-CN" altLang="zh-CN" sz="1600" kern="100" spc="10" dirty="0" smtClean="0">
                <a:latin typeface="+mn-ea"/>
                <a:ea typeface="+mn-ea"/>
                <a:cs typeface="Times New Roman" panose="02020603050405020304" pitchFamily="18" charset="0"/>
              </a:rPr>
              <a:t>架构</a:t>
            </a:r>
            <a:endParaRPr lang="zh-CN" altLang="en-US" sz="1600" dirty="0">
              <a:latin typeface="+mn-ea"/>
              <a:ea typeface="+mn-ea"/>
            </a:endParaRPr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5757761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1.1 </a:t>
            </a:r>
            <a:r>
              <a:rPr lang="zh-CN" altLang="en-US" dirty="0" smtClean="0"/>
              <a:t>认识</a:t>
            </a:r>
            <a:r>
              <a:rPr lang="en-US" altLang="zh-CN" dirty="0" err="1" smtClean="0"/>
              <a:t>Docker</a:t>
            </a:r>
            <a:r>
              <a:rPr lang="zh-CN" altLang="en-US" dirty="0" smtClean="0"/>
              <a:t>技术</a:t>
            </a:r>
            <a:endParaRPr lang="zh-CN" altLang="zh-CN" dirty="0"/>
          </a:p>
        </p:txBody>
      </p:sp>
      <p:sp>
        <p:nvSpPr>
          <p:cNvPr id="13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任务实现</a:t>
            </a:r>
            <a:endParaRPr lang="zh-CN" altLang="en-US" sz="3200" b="1" dirty="0"/>
          </a:p>
        </p:txBody>
      </p:sp>
      <p:sp>
        <p:nvSpPr>
          <p:cNvPr id="12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1.1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610614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/>
          <p:cNvSpPr txBox="1"/>
          <p:nvPr/>
        </p:nvSpPr>
        <p:spPr>
          <a:xfrm>
            <a:off x="496277" y="1556075"/>
            <a:ext cx="116957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ctr">
              <a:lnSpc>
                <a:spcPct val="150000"/>
              </a:lnSpc>
            </a:pP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zh-CN" altLang="zh-CN" sz="2400" dirty="0">
                <a:latin typeface="+mn-ea"/>
                <a:ea typeface="+mn-ea"/>
              </a:rPr>
              <a:t>容器技术与传统虚拟机技术的特性比较</a:t>
            </a:r>
            <a:r>
              <a:rPr lang="zh-CN" altLang="zh-CN" sz="2400" dirty="0" smtClean="0">
                <a:latin typeface="+mn-ea"/>
                <a:ea typeface="+mn-ea"/>
              </a:rPr>
              <a:t>如</a:t>
            </a:r>
            <a:r>
              <a:rPr lang="zh-CN" altLang="en-US" sz="2400" dirty="0" smtClean="0">
                <a:latin typeface="+mn-ea"/>
                <a:ea typeface="+mn-ea"/>
              </a:rPr>
              <a:t>表</a:t>
            </a:r>
            <a:r>
              <a:rPr lang="en-US" altLang="zh-CN" sz="2400" dirty="0" smtClean="0">
                <a:latin typeface="+mn-ea"/>
                <a:ea typeface="+mn-ea"/>
              </a:rPr>
              <a:t>1-1</a:t>
            </a:r>
            <a:r>
              <a:rPr lang="zh-CN" altLang="zh-CN" sz="2400" dirty="0" smtClean="0">
                <a:latin typeface="+mn-ea"/>
                <a:ea typeface="+mn-ea"/>
              </a:rPr>
              <a:t>所</a:t>
            </a:r>
            <a:r>
              <a:rPr lang="zh-CN" altLang="zh-CN" sz="2400" dirty="0">
                <a:latin typeface="+mn-ea"/>
                <a:ea typeface="+mn-ea"/>
              </a:rPr>
              <a:t>示</a:t>
            </a:r>
            <a:endParaRPr lang="en-US" altLang="zh-CN" sz="2400" dirty="0" smtClean="0">
              <a:latin typeface="+mn-ea"/>
              <a:ea typeface="+mn-ea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6629582"/>
              </p:ext>
            </p:extLst>
          </p:nvPr>
        </p:nvGraphicFramePr>
        <p:xfrm>
          <a:off x="496277" y="2636548"/>
          <a:ext cx="11265000" cy="4047586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27520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64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64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949">
                <a:tc rowSpan="2">
                  <a:txBody>
                    <a:bodyPr/>
                    <a:lstStyle/>
                    <a:p>
                      <a:pPr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kern="100" spc="10" dirty="0">
                          <a:effectLst/>
                          <a:latin typeface="+mn-ea"/>
                          <a:ea typeface="+mn-ea"/>
                        </a:rPr>
                        <a:t>特性</a:t>
                      </a: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kern="100" spc="10" dirty="0">
                          <a:effectLst/>
                          <a:latin typeface="+mn-ea"/>
                          <a:ea typeface="+mn-ea"/>
                        </a:rPr>
                        <a:t>技术</a:t>
                      </a: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94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kern="100" spc="10" dirty="0">
                          <a:effectLst/>
                          <a:latin typeface="+mn-ea"/>
                          <a:ea typeface="+mn-ea"/>
                        </a:rPr>
                        <a:t>容器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kern="100" spc="10" dirty="0">
                          <a:effectLst/>
                          <a:latin typeface="+mn-ea"/>
                          <a:ea typeface="+mn-ea"/>
                        </a:rPr>
                        <a:t>虚拟机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384">
                <a:tc>
                  <a:txBody>
                    <a:bodyPr/>
                    <a:lstStyle/>
                    <a:p>
                      <a:pPr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kern="100" spc="10" dirty="0">
                          <a:effectLst/>
                          <a:latin typeface="+mn-ea"/>
                          <a:ea typeface="+mn-ea"/>
                        </a:rPr>
                        <a:t>启动速度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kern="100" spc="10" dirty="0">
                          <a:effectLst/>
                          <a:latin typeface="+mn-ea"/>
                          <a:ea typeface="+mn-ea"/>
                        </a:rPr>
                        <a:t>秒级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kern="100" spc="10" dirty="0">
                          <a:effectLst/>
                          <a:latin typeface="+mn-ea"/>
                          <a:ea typeface="+mn-ea"/>
                        </a:rPr>
                        <a:t>分钟级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384">
                <a:tc>
                  <a:txBody>
                    <a:bodyPr/>
                    <a:lstStyle/>
                    <a:p>
                      <a:pPr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kern="100" spc="10" dirty="0">
                          <a:effectLst/>
                          <a:latin typeface="+mn-ea"/>
                          <a:ea typeface="+mn-ea"/>
                        </a:rPr>
                        <a:t>性能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kern="100" spc="10" dirty="0">
                          <a:effectLst/>
                          <a:latin typeface="+mn-ea"/>
                          <a:ea typeface="+mn-ea"/>
                        </a:rPr>
                        <a:t>接近原生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kern="100" spc="10" dirty="0">
                          <a:effectLst/>
                          <a:latin typeface="+mn-ea"/>
                          <a:ea typeface="+mn-ea"/>
                        </a:rPr>
                        <a:t>较弱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384">
                <a:tc>
                  <a:txBody>
                    <a:bodyPr/>
                    <a:lstStyle/>
                    <a:p>
                      <a:pPr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kern="100" spc="10" dirty="0">
                          <a:effectLst/>
                          <a:latin typeface="+mn-ea"/>
                          <a:ea typeface="+mn-ea"/>
                        </a:rPr>
                        <a:t>内存代价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kern="100" spc="10">
                          <a:effectLst/>
                          <a:latin typeface="+mn-ea"/>
                          <a:ea typeface="+mn-ea"/>
                        </a:rPr>
                        <a:t>很小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kern="100" spc="10" dirty="0">
                          <a:effectLst/>
                          <a:latin typeface="+mn-ea"/>
                          <a:ea typeface="+mn-ea"/>
                        </a:rPr>
                        <a:t>较多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384">
                <a:tc>
                  <a:txBody>
                    <a:bodyPr/>
                    <a:lstStyle/>
                    <a:p>
                      <a:pPr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kern="100" spc="10" dirty="0">
                          <a:effectLst/>
                          <a:latin typeface="+mn-ea"/>
                          <a:ea typeface="+mn-ea"/>
                        </a:rPr>
                        <a:t>占用磁盘空间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kern="100" spc="10">
                          <a:effectLst/>
                          <a:latin typeface="+mn-ea"/>
                          <a:ea typeface="+mn-ea"/>
                        </a:rPr>
                        <a:t>一般为</a:t>
                      </a:r>
                      <a:r>
                        <a:rPr lang="en-US" sz="1800" kern="100" spc="10">
                          <a:effectLst/>
                          <a:latin typeface="+mn-ea"/>
                          <a:ea typeface="+mn-ea"/>
                        </a:rPr>
                        <a:t>MB</a:t>
                      </a:r>
                      <a:endParaRPr lang="zh-CN" sz="1800" kern="100" spc="1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kern="100" spc="10" dirty="0">
                          <a:effectLst/>
                          <a:latin typeface="+mn-ea"/>
                          <a:ea typeface="+mn-ea"/>
                        </a:rPr>
                        <a:t>一般为</a:t>
                      </a:r>
                      <a:r>
                        <a:rPr lang="en-US" sz="1800" kern="100" spc="10" dirty="0">
                          <a:effectLst/>
                          <a:latin typeface="+mn-ea"/>
                          <a:ea typeface="+mn-ea"/>
                        </a:rPr>
                        <a:t>GB</a:t>
                      </a:r>
                      <a:endParaRPr lang="zh-CN" sz="1800" kern="100" spc="1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7384">
                <a:tc>
                  <a:txBody>
                    <a:bodyPr/>
                    <a:lstStyle/>
                    <a:p>
                      <a:pPr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kern="100" spc="10" dirty="0">
                          <a:effectLst/>
                          <a:latin typeface="+mn-ea"/>
                          <a:ea typeface="+mn-ea"/>
                        </a:rPr>
                        <a:t>运行密度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kern="100" spc="10">
                          <a:effectLst/>
                          <a:latin typeface="+mn-ea"/>
                          <a:ea typeface="+mn-ea"/>
                        </a:rPr>
                        <a:t>单机支持上千个容器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kern="100" spc="10" dirty="0">
                          <a:effectLst/>
                          <a:latin typeface="+mn-ea"/>
                          <a:ea typeface="+mn-ea"/>
                        </a:rPr>
                        <a:t>一般支持几十个容器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7384">
                <a:tc>
                  <a:txBody>
                    <a:bodyPr/>
                    <a:lstStyle/>
                    <a:p>
                      <a:pPr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kern="100" spc="10" dirty="0">
                          <a:effectLst/>
                          <a:latin typeface="+mn-ea"/>
                          <a:ea typeface="+mn-ea"/>
                        </a:rPr>
                        <a:t>隔离性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kern="100" spc="10">
                          <a:effectLst/>
                          <a:latin typeface="+mn-ea"/>
                          <a:ea typeface="+mn-ea"/>
                        </a:rPr>
                        <a:t>安全隔离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kern="100" spc="10" dirty="0">
                          <a:effectLst/>
                          <a:latin typeface="+mn-ea"/>
                          <a:ea typeface="+mn-ea"/>
                        </a:rPr>
                        <a:t>完全隔离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7384">
                <a:tc>
                  <a:txBody>
                    <a:bodyPr/>
                    <a:lstStyle/>
                    <a:p>
                      <a:pPr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kern="100" spc="10" dirty="0">
                          <a:effectLst/>
                          <a:latin typeface="+mn-ea"/>
                          <a:ea typeface="+mn-ea"/>
                        </a:rPr>
                        <a:t>迁移性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kern="100" spc="10">
                          <a:effectLst/>
                          <a:latin typeface="+mn-ea"/>
                          <a:ea typeface="+mn-ea"/>
                        </a:rPr>
                        <a:t>优秀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kern="100" spc="10" dirty="0">
                          <a:effectLst/>
                          <a:latin typeface="+mn-ea"/>
                          <a:ea typeface="+mn-ea"/>
                        </a:rPr>
                        <a:t>一般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3768271" y="2254229"/>
            <a:ext cx="505850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1600" kern="100" spc="10" dirty="0">
                <a:latin typeface="+mn-ea"/>
                <a:ea typeface="+mn-ea"/>
                <a:cs typeface="Times New Roman" panose="02020603050405020304" pitchFamily="18" charset="0"/>
              </a:rPr>
              <a:t>表</a:t>
            </a:r>
            <a:r>
              <a:rPr lang="en-US" altLang="zh-CN" sz="1600" kern="100" spc="10" dirty="0">
                <a:latin typeface="+mn-ea"/>
                <a:ea typeface="+mn-ea"/>
              </a:rPr>
              <a:t>1-1  </a:t>
            </a:r>
            <a:r>
              <a:rPr lang="en-US" altLang="zh-CN" sz="1600" kern="100" spc="10" dirty="0" err="1">
                <a:latin typeface="+mn-ea"/>
                <a:ea typeface="+mn-ea"/>
              </a:rPr>
              <a:t>Docker</a:t>
            </a:r>
            <a:r>
              <a:rPr lang="zh-CN" altLang="zh-CN" sz="1600" kern="100" spc="10" dirty="0">
                <a:latin typeface="+mn-ea"/>
                <a:ea typeface="+mn-ea"/>
                <a:cs typeface="Times New Roman" panose="02020603050405020304" pitchFamily="18" charset="0"/>
              </a:rPr>
              <a:t>容器技术与传统虚拟机技术的特性比较</a:t>
            </a:r>
            <a:endParaRPr lang="zh-CN" altLang="en-US" sz="1600" dirty="0">
              <a:latin typeface="+mn-ea"/>
              <a:ea typeface="+mn-ea"/>
            </a:endParaRPr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5757761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1.1 </a:t>
            </a:r>
            <a:r>
              <a:rPr lang="zh-CN" altLang="en-US" dirty="0" smtClean="0"/>
              <a:t>认识</a:t>
            </a:r>
            <a:r>
              <a:rPr lang="en-US" altLang="zh-CN" dirty="0" err="1" smtClean="0"/>
              <a:t>Docker</a:t>
            </a:r>
            <a:r>
              <a:rPr lang="zh-CN" altLang="en-US" dirty="0" smtClean="0"/>
              <a:t>技术</a:t>
            </a:r>
            <a:endParaRPr lang="zh-CN" altLang="zh-CN" dirty="0"/>
          </a:p>
        </p:txBody>
      </p:sp>
      <p:sp>
        <p:nvSpPr>
          <p:cNvPr id="13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任务实现</a:t>
            </a:r>
            <a:endParaRPr lang="zh-CN" altLang="en-US" sz="3200" b="1" dirty="0"/>
          </a:p>
        </p:txBody>
      </p:sp>
      <p:sp>
        <p:nvSpPr>
          <p:cNvPr id="9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1.1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547971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/>
          <p:cNvSpPr txBox="1"/>
          <p:nvPr/>
        </p:nvSpPr>
        <p:spPr>
          <a:xfrm>
            <a:off x="496277" y="1744520"/>
            <a:ext cx="1169572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ctr"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2. </a:t>
            </a:r>
            <a:r>
              <a:rPr lang="en-US" altLang="zh-CN" sz="2400" dirty="0" err="1" smtClean="0">
                <a:latin typeface="+mn-ea"/>
                <a:ea typeface="+mn-ea"/>
              </a:rPr>
              <a:t>Docker</a:t>
            </a:r>
            <a:r>
              <a:rPr lang="zh-CN" altLang="en-US" sz="2400" dirty="0" smtClean="0">
                <a:latin typeface="+mn-ea"/>
                <a:ea typeface="+mn-ea"/>
              </a:rPr>
              <a:t>的用途</a:t>
            </a:r>
            <a:endParaRPr lang="en-US" altLang="zh-CN" sz="2400" dirty="0" smtClean="0">
              <a:latin typeface="+mn-ea"/>
              <a:ea typeface="+mn-ea"/>
            </a:endParaRPr>
          </a:p>
          <a:p>
            <a:pPr algn="just" fontAlgn="ctr"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1</a:t>
            </a:r>
            <a:r>
              <a:rPr lang="zh-CN" altLang="zh-CN" sz="2400" dirty="0">
                <a:latin typeface="+mn-ea"/>
                <a:ea typeface="+mn-ea"/>
              </a:rPr>
              <a:t>）简化</a:t>
            </a:r>
            <a:r>
              <a:rPr lang="zh-CN" altLang="zh-CN" sz="2400" dirty="0" smtClean="0">
                <a:latin typeface="+mn-ea"/>
                <a:ea typeface="+mn-ea"/>
              </a:rPr>
              <a:t>配置</a:t>
            </a:r>
            <a:endParaRPr lang="en-US" altLang="zh-CN" sz="2400" dirty="0" smtClean="0">
              <a:latin typeface="+mn-ea"/>
              <a:ea typeface="+mn-ea"/>
            </a:endParaRPr>
          </a:p>
          <a:p>
            <a:pPr algn="just" fontAlgn="ctr"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2</a:t>
            </a:r>
            <a:r>
              <a:rPr lang="zh-CN" altLang="zh-CN" sz="2400" dirty="0">
                <a:latin typeface="+mn-ea"/>
                <a:ea typeface="+mn-ea"/>
              </a:rPr>
              <a:t>）代码管理化</a:t>
            </a:r>
            <a:r>
              <a:rPr lang="zh-CN" altLang="zh-CN" sz="2400" dirty="0" smtClean="0">
                <a:latin typeface="+mn-ea"/>
                <a:ea typeface="+mn-ea"/>
              </a:rPr>
              <a:t>管理</a:t>
            </a:r>
            <a:endParaRPr lang="en-US" altLang="zh-CN" sz="2400" dirty="0" smtClean="0">
              <a:latin typeface="+mn-ea"/>
              <a:ea typeface="+mn-ea"/>
            </a:endParaRPr>
          </a:p>
          <a:p>
            <a:pPr algn="just" fontAlgn="ctr"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3</a:t>
            </a:r>
            <a:r>
              <a:rPr lang="zh-CN" altLang="zh-CN" sz="2400" dirty="0">
                <a:latin typeface="+mn-ea"/>
                <a:ea typeface="+mn-ea"/>
              </a:rPr>
              <a:t>）开发人员的生产</a:t>
            </a:r>
            <a:r>
              <a:rPr lang="zh-CN" altLang="zh-CN" sz="2400" dirty="0" smtClean="0">
                <a:latin typeface="+mn-ea"/>
                <a:ea typeface="+mn-ea"/>
              </a:rPr>
              <a:t>化</a:t>
            </a:r>
            <a:endParaRPr lang="en-US" altLang="zh-CN" sz="2400" dirty="0" smtClean="0">
              <a:latin typeface="+mn-ea"/>
              <a:ea typeface="+mn-ea"/>
            </a:endParaRPr>
          </a:p>
          <a:p>
            <a:pPr algn="just" fontAlgn="ctr"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4</a:t>
            </a:r>
            <a:r>
              <a:rPr lang="zh-CN" altLang="zh-CN" sz="2400" dirty="0">
                <a:latin typeface="+mn-ea"/>
                <a:ea typeface="+mn-ea"/>
              </a:rPr>
              <a:t>）隔离</a:t>
            </a:r>
            <a:r>
              <a:rPr lang="zh-CN" altLang="zh-CN" sz="2400" dirty="0" smtClean="0">
                <a:latin typeface="+mn-ea"/>
                <a:ea typeface="+mn-ea"/>
              </a:rPr>
              <a:t>应用</a:t>
            </a:r>
            <a:endParaRPr lang="en-US" altLang="zh-CN" sz="2400" dirty="0" smtClean="0">
              <a:latin typeface="+mn-ea"/>
              <a:ea typeface="+mn-ea"/>
            </a:endParaRPr>
          </a:p>
          <a:p>
            <a:pPr algn="just" fontAlgn="ctr"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5</a:t>
            </a:r>
            <a:r>
              <a:rPr lang="zh-CN" altLang="zh-CN" sz="2400" dirty="0">
                <a:latin typeface="+mn-ea"/>
                <a:ea typeface="+mn-ea"/>
              </a:rPr>
              <a:t>）整合</a:t>
            </a:r>
            <a:r>
              <a:rPr lang="zh-CN" altLang="zh-CN" sz="2400" dirty="0" smtClean="0">
                <a:latin typeface="+mn-ea"/>
                <a:ea typeface="+mn-ea"/>
              </a:rPr>
              <a:t>服务器</a:t>
            </a:r>
            <a:endParaRPr lang="en-US" altLang="zh-CN" sz="2400" dirty="0" smtClean="0">
              <a:latin typeface="+mn-ea"/>
              <a:ea typeface="+mn-ea"/>
            </a:endParaRPr>
          </a:p>
          <a:p>
            <a:pPr algn="just" fontAlgn="ctr"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6</a:t>
            </a:r>
            <a:r>
              <a:rPr lang="zh-CN" altLang="zh-CN" sz="2400" dirty="0">
                <a:latin typeface="+mn-ea"/>
                <a:ea typeface="+mn-ea"/>
              </a:rPr>
              <a:t>）调试</a:t>
            </a:r>
            <a:r>
              <a:rPr lang="zh-CN" altLang="zh-CN" sz="2400" dirty="0" smtClean="0">
                <a:latin typeface="+mn-ea"/>
                <a:ea typeface="+mn-ea"/>
              </a:rPr>
              <a:t>能力</a:t>
            </a:r>
            <a:endParaRPr lang="en-US" altLang="zh-CN" sz="2400" dirty="0" smtClean="0">
              <a:latin typeface="+mn-ea"/>
              <a:ea typeface="+mn-ea"/>
            </a:endParaRPr>
          </a:p>
          <a:p>
            <a:pPr algn="just" fontAlgn="ctr"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7</a:t>
            </a:r>
            <a:r>
              <a:rPr lang="zh-CN" altLang="zh-CN" sz="2400" dirty="0">
                <a:latin typeface="+mn-ea"/>
                <a:ea typeface="+mn-ea"/>
              </a:rPr>
              <a:t>）多租户</a:t>
            </a:r>
            <a:r>
              <a:rPr lang="zh-CN" altLang="zh-CN" sz="2400" dirty="0" smtClean="0">
                <a:latin typeface="+mn-ea"/>
                <a:ea typeface="+mn-ea"/>
              </a:rPr>
              <a:t>环境</a:t>
            </a:r>
            <a:endParaRPr lang="en-US" altLang="zh-CN" sz="2400" dirty="0" smtClean="0">
              <a:latin typeface="+mn-ea"/>
              <a:ea typeface="+mn-ea"/>
            </a:endParaRPr>
          </a:p>
          <a:p>
            <a:pPr algn="just" fontAlgn="ctr"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8</a:t>
            </a:r>
            <a:r>
              <a:rPr lang="zh-CN" altLang="zh-CN" sz="2400" dirty="0">
                <a:latin typeface="+mn-ea"/>
                <a:ea typeface="+mn-ea"/>
              </a:rPr>
              <a:t>）快速部署</a:t>
            </a:r>
            <a:endParaRPr lang="en-US" altLang="zh-CN" sz="2400" dirty="0" smtClean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3"/>
            <a:ext cx="5757761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1.1 </a:t>
            </a:r>
            <a:r>
              <a:rPr lang="zh-CN" altLang="en-US" dirty="0" smtClean="0"/>
              <a:t>认识</a:t>
            </a:r>
            <a:r>
              <a:rPr lang="en-US" altLang="zh-CN" dirty="0" err="1" smtClean="0"/>
              <a:t>Docker</a:t>
            </a:r>
            <a:r>
              <a:rPr lang="zh-CN" altLang="en-US" dirty="0" smtClean="0"/>
              <a:t>技术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任务实现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1.1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375485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ctr"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1.2.1 </a:t>
            </a:r>
            <a:r>
              <a:rPr lang="en-US" altLang="zh-CN" sz="2400" dirty="0" err="1" smtClean="0">
                <a:latin typeface="+mn-ea"/>
                <a:ea typeface="+mn-ea"/>
              </a:rPr>
              <a:t>Docker</a:t>
            </a:r>
            <a:r>
              <a:rPr lang="zh-CN" altLang="en-US" sz="2400" dirty="0" smtClean="0">
                <a:latin typeface="+mn-ea"/>
                <a:ea typeface="+mn-ea"/>
              </a:rPr>
              <a:t>架构</a:t>
            </a:r>
            <a:endParaRPr lang="en-US" altLang="zh-CN" sz="2400" dirty="0" smtClean="0">
              <a:latin typeface="+mn-ea"/>
              <a:ea typeface="+mn-ea"/>
            </a:endParaRPr>
          </a:p>
          <a:p>
            <a:pPr algn="just" fontAlgn="ctr"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       </a:t>
            </a: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zh-CN" altLang="zh-CN" sz="2400" dirty="0">
                <a:latin typeface="+mn-ea"/>
                <a:ea typeface="+mn-ea"/>
              </a:rPr>
              <a:t>采用客户端</a:t>
            </a:r>
            <a:r>
              <a:rPr lang="en-US" altLang="zh-CN" sz="2400" dirty="0">
                <a:latin typeface="+mn-ea"/>
                <a:ea typeface="+mn-ea"/>
              </a:rPr>
              <a:t>/</a:t>
            </a:r>
            <a:r>
              <a:rPr lang="zh-CN" altLang="zh-CN" sz="2400" dirty="0">
                <a:latin typeface="+mn-ea"/>
                <a:ea typeface="+mn-ea"/>
              </a:rPr>
              <a:t>服务器（</a:t>
            </a:r>
            <a:r>
              <a:rPr lang="en-US" altLang="zh-CN" sz="2400" dirty="0">
                <a:latin typeface="+mn-ea"/>
                <a:ea typeface="+mn-ea"/>
              </a:rPr>
              <a:t>Client/Server</a:t>
            </a:r>
            <a:r>
              <a:rPr lang="zh-CN" altLang="zh-CN" sz="2400" dirty="0">
                <a:latin typeface="+mn-ea"/>
                <a:ea typeface="+mn-ea"/>
              </a:rPr>
              <a:t>，</a:t>
            </a:r>
            <a:r>
              <a:rPr lang="en-US" altLang="zh-CN" sz="2400" dirty="0">
                <a:latin typeface="+mn-ea"/>
                <a:ea typeface="+mn-ea"/>
              </a:rPr>
              <a:t>C/S</a:t>
            </a:r>
            <a:r>
              <a:rPr lang="zh-CN" altLang="zh-CN" sz="2400" dirty="0">
                <a:latin typeface="+mn-ea"/>
                <a:ea typeface="+mn-ea"/>
              </a:rPr>
              <a:t>）架构模式，</a:t>
            </a: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zh-CN" altLang="zh-CN" sz="2400" dirty="0">
                <a:latin typeface="+mn-ea"/>
                <a:ea typeface="+mn-ea"/>
              </a:rPr>
              <a:t>架构如图</a:t>
            </a:r>
            <a:r>
              <a:rPr lang="en-US" altLang="zh-CN" sz="2400" dirty="0">
                <a:latin typeface="+mn-ea"/>
                <a:ea typeface="+mn-ea"/>
              </a:rPr>
              <a:t>1-3</a:t>
            </a:r>
            <a:r>
              <a:rPr lang="zh-CN" altLang="zh-CN" sz="2400" dirty="0">
                <a:latin typeface="+mn-ea"/>
                <a:ea typeface="+mn-ea"/>
              </a:rPr>
              <a:t>所示。</a:t>
            </a:r>
            <a:r>
              <a:rPr lang="en-US" altLang="zh-CN" sz="2400" dirty="0" err="1">
                <a:latin typeface="+mn-ea"/>
                <a:ea typeface="+mn-ea"/>
              </a:rPr>
              <a:t>Docker</a:t>
            </a:r>
            <a:r>
              <a:rPr lang="en-US" altLang="zh-CN" sz="2400" dirty="0">
                <a:latin typeface="+mn-ea"/>
                <a:ea typeface="+mn-ea"/>
              </a:rPr>
              <a:t> Daemon</a:t>
            </a:r>
            <a:r>
              <a:rPr lang="zh-CN" altLang="zh-CN" sz="2400" dirty="0">
                <a:latin typeface="+mn-ea"/>
                <a:ea typeface="+mn-ea"/>
              </a:rPr>
              <a:t>作为服务端接收客户端的请求，服务器端负责构建、运行和分发容器。客户端和服务器端可以运行在同一个</a:t>
            </a:r>
            <a:r>
              <a:rPr lang="en-US" altLang="zh-CN" sz="2400" dirty="0">
                <a:latin typeface="+mn-ea"/>
                <a:ea typeface="+mn-ea"/>
              </a:rPr>
              <a:t>Host</a:t>
            </a:r>
            <a:r>
              <a:rPr lang="zh-CN" altLang="zh-CN" sz="2400" dirty="0">
                <a:latin typeface="+mn-ea"/>
                <a:ea typeface="+mn-ea"/>
              </a:rPr>
              <a:t>上，客户端也可以通过</a:t>
            </a:r>
            <a:r>
              <a:rPr lang="en-US" altLang="zh-CN" sz="2400" dirty="0">
                <a:latin typeface="+mn-ea"/>
                <a:ea typeface="+mn-ea"/>
              </a:rPr>
              <a:t>Socket</a:t>
            </a:r>
            <a:r>
              <a:rPr lang="zh-CN" altLang="zh-CN" sz="2400" dirty="0">
                <a:latin typeface="+mn-ea"/>
                <a:ea typeface="+mn-ea"/>
              </a:rPr>
              <a:t>或</a:t>
            </a:r>
            <a:r>
              <a:rPr lang="en-US" altLang="zh-CN" sz="2400" dirty="0">
                <a:latin typeface="+mn-ea"/>
                <a:ea typeface="+mn-ea"/>
              </a:rPr>
              <a:t>REST API</a:t>
            </a:r>
            <a:r>
              <a:rPr lang="zh-CN" altLang="zh-CN" sz="2400" dirty="0">
                <a:latin typeface="+mn-ea"/>
                <a:ea typeface="+mn-ea"/>
              </a:rPr>
              <a:t>与远程的服务器端通信。</a:t>
            </a:r>
            <a:endParaRPr lang="en-US" altLang="zh-CN" sz="2400" dirty="0" smtClean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4"/>
            <a:ext cx="6446572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1.2 </a:t>
            </a:r>
            <a:r>
              <a:rPr lang="zh-CN" altLang="en-US" dirty="0" smtClean="0"/>
              <a:t>熟悉</a:t>
            </a:r>
            <a:r>
              <a:rPr lang="en-US" altLang="zh-CN" dirty="0" err="1" smtClean="0"/>
              <a:t>Docker</a:t>
            </a:r>
            <a:r>
              <a:rPr lang="zh-CN" altLang="en-US" dirty="0" smtClean="0"/>
              <a:t>的安装方法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1.2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813994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5144077" y="5859178"/>
            <a:ext cx="7157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ctr">
              <a:lnSpc>
                <a:spcPct val="150000"/>
              </a:lnSpc>
            </a:pPr>
            <a:r>
              <a:rPr lang="zh-CN" altLang="en-US" sz="1600" dirty="0" smtClean="0">
                <a:latin typeface="+mn-ea"/>
                <a:ea typeface="+mn-ea"/>
              </a:rPr>
              <a:t>图</a:t>
            </a:r>
            <a:r>
              <a:rPr lang="en-US" altLang="zh-CN" sz="1600" dirty="0" smtClean="0">
                <a:latin typeface="+mn-ea"/>
                <a:ea typeface="+mn-ea"/>
              </a:rPr>
              <a:t>1-3  </a:t>
            </a:r>
            <a:r>
              <a:rPr lang="en-US" altLang="zh-CN" sz="1600" dirty="0" err="1" smtClean="0">
                <a:latin typeface="+mn-ea"/>
                <a:ea typeface="+mn-ea"/>
              </a:rPr>
              <a:t>Docker</a:t>
            </a:r>
            <a:r>
              <a:rPr lang="zh-CN" altLang="en-US" sz="1600" dirty="0" smtClean="0">
                <a:latin typeface="+mn-ea"/>
                <a:ea typeface="+mn-ea"/>
              </a:rPr>
              <a:t>架构</a:t>
            </a:r>
            <a:endParaRPr lang="en-US" altLang="zh-CN" sz="1600" dirty="0" smtClean="0">
              <a:latin typeface="+mn-ea"/>
              <a:ea typeface="+mn-ea"/>
            </a:endParaRPr>
          </a:p>
        </p:txBody>
      </p:sp>
      <p:pic>
        <p:nvPicPr>
          <p:cNvPr id="4098" name="Picture 2" descr="1-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8015" y="1972249"/>
            <a:ext cx="7245705" cy="3773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4"/>
            <a:ext cx="6446572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1.2 </a:t>
            </a:r>
            <a:r>
              <a:rPr lang="zh-CN" altLang="en-US" dirty="0" smtClean="0"/>
              <a:t>熟悉</a:t>
            </a:r>
            <a:r>
              <a:rPr lang="en-US" altLang="zh-CN" dirty="0" err="1" smtClean="0"/>
              <a:t>Docker</a:t>
            </a:r>
            <a:r>
              <a:rPr lang="zh-CN" altLang="en-US" dirty="0" smtClean="0"/>
              <a:t>的安装方法</a:t>
            </a:r>
            <a:endParaRPr lang="zh-CN" altLang="zh-CN" dirty="0"/>
          </a:p>
        </p:txBody>
      </p:sp>
      <p:sp>
        <p:nvSpPr>
          <p:cNvPr id="11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4" name="矩形 3"/>
          <p:cNvSpPr/>
          <p:nvPr/>
        </p:nvSpPr>
        <p:spPr>
          <a:xfrm>
            <a:off x="151285" y="1858852"/>
            <a:ext cx="458814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kern="100" spc="10" dirty="0" smtClean="0">
                <a:latin typeface="+mn-ea"/>
                <a:ea typeface="+mn-ea"/>
              </a:rPr>
              <a:t>       </a:t>
            </a:r>
            <a:r>
              <a:rPr lang="en-US" altLang="zh-CN" sz="2000" kern="100" spc="10" dirty="0" err="1" smtClean="0">
                <a:latin typeface="+mn-ea"/>
                <a:ea typeface="+mn-ea"/>
              </a:rPr>
              <a:t>Docker</a:t>
            </a:r>
            <a:r>
              <a:rPr lang="en-US" altLang="zh-CN" sz="2000" kern="100" spc="10" dirty="0" smtClean="0">
                <a:latin typeface="+mn-ea"/>
                <a:ea typeface="+mn-ea"/>
              </a:rPr>
              <a:t> </a:t>
            </a:r>
            <a:r>
              <a:rPr lang="en-US" altLang="zh-CN" sz="2000" kern="100" spc="10" dirty="0">
                <a:latin typeface="+mn-ea"/>
                <a:ea typeface="+mn-ea"/>
              </a:rPr>
              <a:t>Daemon</a:t>
            </a:r>
            <a:r>
              <a:rPr lang="zh-CN" altLang="zh-CN" sz="2000" kern="100" spc="10" dirty="0">
                <a:latin typeface="+mn-ea"/>
                <a:ea typeface="+mn-ea"/>
                <a:cs typeface="Times New Roman" panose="02020603050405020304" pitchFamily="18" charset="0"/>
              </a:rPr>
              <a:t>可以守护进程在宿主机后台运行，用户并不直接与其进行交互，而是通过</a:t>
            </a:r>
            <a:r>
              <a:rPr lang="en-US" altLang="zh-CN" sz="2000" kern="100" spc="10" dirty="0" err="1">
                <a:latin typeface="+mn-ea"/>
                <a:ea typeface="+mn-ea"/>
              </a:rPr>
              <a:t>Docker</a:t>
            </a:r>
            <a:r>
              <a:rPr lang="en-US" altLang="zh-CN" sz="2000" kern="100" spc="10" dirty="0">
                <a:latin typeface="+mn-ea"/>
                <a:ea typeface="+mn-ea"/>
              </a:rPr>
              <a:t> Client</a:t>
            </a:r>
            <a:r>
              <a:rPr lang="zh-CN" altLang="zh-CN" sz="2000" kern="100" spc="10" dirty="0">
                <a:latin typeface="+mn-ea"/>
                <a:ea typeface="+mn-ea"/>
                <a:cs typeface="Times New Roman" panose="02020603050405020304" pitchFamily="18" charset="0"/>
              </a:rPr>
              <a:t>间接和其通信。</a:t>
            </a:r>
            <a:r>
              <a:rPr lang="en-US" altLang="zh-CN" sz="2000" kern="100" spc="10" dirty="0" err="1">
                <a:latin typeface="+mn-ea"/>
                <a:ea typeface="+mn-ea"/>
              </a:rPr>
              <a:t>Docker</a:t>
            </a:r>
            <a:r>
              <a:rPr lang="en-US" altLang="zh-CN" sz="2000" kern="100" spc="10" dirty="0">
                <a:latin typeface="+mn-ea"/>
                <a:ea typeface="+mn-ea"/>
              </a:rPr>
              <a:t> Client</a:t>
            </a:r>
            <a:r>
              <a:rPr lang="zh-CN" altLang="zh-CN" sz="2000" kern="100" spc="10" dirty="0">
                <a:latin typeface="+mn-ea"/>
                <a:ea typeface="+mn-ea"/>
                <a:cs typeface="Times New Roman" panose="02020603050405020304" pitchFamily="18" charset="0"/>
              </a:rPr>
              <a:t>以系统命令的形式存在，用户使用</a:t>
            </a:r>
            <a:r>
              <a:rPr lang="en-US" altLang="zh-CN" sz="2000" kern="100" spc="10" dirty="0" err="1">
                <a:latin typeface="+mn-ea"/>
                <a:ea typeface="+mn-ea"/>
              </a:rPr>
              <a:t>Docker</a:t>
            </a:r>
            <a:r>
              <a:rPr lang="zh-CN" altLang="zh-CN" sz="2000" kern="100" spc="10" dirty="0">
                <a:latin typeface="+mn-ea"/>
                <a:ea typeface="+mn-ea"/>
                <a:cs typeface="Times New Roman" panose="02020603050405020304" pitchFamily="18" charset="0"/>
              </a:rPr>
              <a:t>命令来与</a:t>
            </a:r>
            <a:r>
              <a:rPr lang="en-US" altLang="zh-CN" sz="2000" kern="100" spc="10" dirty="0" err="1">
                <a:latin typeface="+mn-ea"/>
                <a:ea typeface="+mn-ea"/>
              </a:rPr>
              <a:t>Docker</a:t>
            </a:r>
            <a:r>
              <a:rPr lang="en-US" altLang="zh-CN" sz="2000" kern="100" spc="10" dirty="0">
                <a:latin typeface="+mn-ea"/>
                <a:ea typeface="+mn-ea"/>
              </a:rPr>
              <a:t> Daemon</a:t>
            </a:r>
            <a:r>
              <a:rPr lang="zh-CN" altLang="zh-CN" sz="2000" kern="100" spc="10" dirty="0">
                <a:latin typeface="+mn-ea"/>
                <a:ea typeface="+mn-ea"/>
                <a:cs typeface="Times New Roman" panose="02020603050405020304" pitchFamily="18" charset="0"/>
              </a:rPr>
              <a:t>交互。</a:t>
            </a:r>
            <a:r>
              <a:rPr lang="en-US" altLang="zh-CN" sz="2000" kern="100" spc="10" dirty="0" err="1">
                <a:latin typeface="+mn-ea"/>
                <a:ea typeface="+mn-ea"/>
              </a:rPr>
              <a:t>Docker</a:t>
            </a:r>
            <a:r>
              <a:rPr lang="en-US" altLang="zh-CN" sz="2000" kern="100" spc="10" dirty="0">
                <a:latin typeface="+mn-ea"/>
                <a:ea typeface="+mn-ea"/>
              </a:rPr>
              <a:t> Daemon</a:t>
            </a:r>
            <a:r>
              <a:rPr lang="zh-CN" altLang="zh-CN" sz="2000" kern="100" spc="10" dirty="0">
                <a:latin typeface="+mn-ea"/>
                <a:ea typeface="+mn-ea"/>
                <a:cs typeface="Times New Roman" panose="02020603050405020304" pitchFamily="18" charset="0"/>
              </a:rPr>
              <a:t>接收用户指令并与</a:t>
            </a:r>
            <a:r>
              <a:rPr lang="en-US" altLang="zh-CN" sz="2000" kern="100" spc="10" dirty="0" err="1">
                <a:latin typeface="+mn-ea"/>
                <a:ea typeface="+mn-ea"/>
              </a:rPr>
              <a:t>Docker</a:t>
            </a:r>
            <a:r>
              <a:rPr lang="zh-CN" altLang="zh-CN" sz="2000" kern="100" spc="10" dirty="0">
                <a:latin typeface="+mn-ea"/>
                <a:ea typeface="+mn-ea"/>
                <a:cs typeface="Times New Roman" panose="02020603050405020304" pitchFamily="18" charset="0"/>
              </a:rPr>
              <a:t>共同守护进程通信。</a:t>
            </a:r>
            <a:endParaRPr lang="zh-CN" altLang="en-US" sz="2000" dirty="0">
              <a:latin typeface="+mn-ea"/>
              <a:ea typeface="+mn-ea"/>
            </a:endParaRPr>
          </a:p>
        </p:txBody>
      </p:sp>
      <p:sp>
        <p:nvSpPr>
          <p:cNvPr id="12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1.2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537161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5216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ctr"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1.2.2 </a:t>
            </a:r>
            <a:r>
              <a:rPr lang="en-US" altLang="zh-CN" sz="2400" dirty="0" err="1" smtClean="0">
                <a:latin typeface="+mn-ea"/>
                <a:ea typeface="+mn-ea"/>
              </a:rPr>
              <a:t>Docker</a:t>
            </a:r>
            <a:r>
              <a:rPr lang="zh-CN" altLang="en-US" sz="2400" dirty="0" smtClean="0">
                <a:latin typeface="+mn-ea"/>
                <a:ea typeface="+mn-ea"/>
              </a:rPr>
              <a:t>的核心组件</a:t>
            </a:r>
            <a:endParaRPr lang="en-US" altLang="zh-CN" sz="2400" dirty="0" smtClean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200" dirty="0" smtClean="0">
                <a:latin typeface="+mn-ea"/>
                <a:ea typeface="+mn-ea"/>
              </a:rPr>
              <a:t>       </a:t>
            </a:r>
            <a:r>
              <a:rPr lang="en-US" altLang="zh-CN" sz="2200" dirty="0" err="1" smtClean="0">
                <a:latin typeface="+mn-ea"/>
                <a:ea typeface="+mn-ea"/>
              </a:rPr>
              <a:t>Docker</a:t>
            </a:r>
            <a:r>
              <a:rPr lang="zh-CN" altLang="zh-CN" sz="2200" dirty="0">
                <a:latin typeface="+mn-ea"/>
                <a:ea typeface="+mn-ea"/>
              </a:rPr>
              <a:t>的核心组件包括</a:t>
            </a:r>
            <a:r>
              <a:rPr lang="en-US" altLang="zh-CN" sz="2200" dirty="0" err="1">
                <a:latin typeface="+mn-ea"/>
                <a:ea typeface="+mn-ea"/>
              </a:rPr>
              <a:t>Docker</a:t>
            </a:r>
            <a:r>
              <a:rPr lang="zh-CN" altLang="zh-CN" sz="2200" dirty="0">
                <a:latin typeface="+mn-ea"/>
                <a:ea typeface="+mn-ea"/>
              </a:rPr>
              <a:t>客户端（</a:t>
            </a:r>
            <a:r>
              <a:rPr lang="en-US" altLang="zh-CN" sz="2200" dirty="0">
                <a:latin typeface="+mn-ea"/>
                <a:ea typeface="+mn-ea"/>
              </a:rPr>
              <a:t>Client</a:t>
            </a:r>
            <a:r>
              <a:rPr lang="zh-CN" altLang="zh-CN" sz="2200" dirty="0">
                <a:latin typeface="+mn-ea"/>
                <a:ea typeface="+mn-ea"/>
              </a:rPr>
              <a:t>）、</a:t>
            </a:r>
            <a:r>
              <a:rPr lang="en-US" altLang="zh-CN" sz="2200" dirty="0" err="1">
                <a:latin typeface="+mn-ea"/>
                <a:ea typeface="+mn-ea"/>
              </a:rPr>
              <a:t>Docker</a:t>
            </a:r>
            <a:r>
              <a:rPr lang="zh-CN" altLang="zh-CN" sz="2200" dirty="0">
                <a:latin typeface="+mn-ea"/>
                <a:ea typeface="+mn-ea"/>
              </a:rPr>
              <a:t>服务器（</a:t>
            </a:r>
            <a:r>
              <a:rPr lang="en-US" altLang="zh-CN" sz="2200" dirty="0" err="1">
                <a:latin typeface="+mn-ea"/>
                <a:ea typeface="+mn-ea"/>
              </a:rPr>
              <a:t>Docker</a:t>
            </a:r>
            <a:r>
              <a:rPr lang="en-US" altLang="zh-CN" sz="2200" dirty="0">
                <a:latin typeface="+mn-ea"/>
                <a:ea typeface="+mn-ea"/>
              </a:rPr>
              <a:t> Daemon</a:t>
            </a:r>
            <a:r>
              <a:rPr lang="zh-CN" altLang="zh-CN" sz="2200" dirty="0">
                <a:latin typeface="+mn-ea"/>
                <a:ea typeface="+mn-ea"/>
              </a:rPr>
              <a:t>）、</a:t>
            </a:r>
            <a:r>
              <a:rPr lang="en-US" altLang="zh-CN" sz="2200" dirty="0" err="1">
                <a:latin typeface="+mn-ea"/>
                <a:ea typeface="+mn-ea"/>
              </a:rPr>
              <a:t>Docker</a:t>
            </a:r>
            <a:r>
              <a:rPr lang="zh-CN" altLang="zh-CN" sz="2200" dirty="0">
                <a:latin typeface="+mn-ea"/>
                <a:ea typeface="+mn-ea"/>
              </a:rPr>
              <a:t>镜像（</a:t>
            </a:r>
            <a:r>
              <a:rPr lang="en-US" altLang="zh-CN" sz="2200" dirty="0">
                <a:latin typeface="+mn-ea"/>
                <a:ea typeface="+mn-ea"/>
              </a:rPr>
              <a:t>Image</a:t>
            </a:r>
            <a:r>
              <a:rPr lang="zh-CN" altLang="zh-CN" sz="2200" dirty="0">
                <a:latin typeface="+mn-ea"/>
                <a:ea typeface="+mn-ea"/>
              </a:rPr>
              <a:t>）、</a:t>
            </a:r>
            <a:r>
              <a:rPr lang="en-US" altLang="zh-CN" sz="2200" dirty="0" err="1">
                <a:latin typeface="+mn-ea"/>
                <a:ea typeface="+mn-ea"/>
              </a:rPr>
              <a:t>Docker</a:t>
            </a:r>
            <a:r>
              <a:rPr lang="zh-CN" altLang="zh-CN" sz="2200" dirty="0">
                <a:latin typeface="+mn-ea"/>
                <a:ea typeface="+mn-ea"/>
              </a:rPr>
              <a:t>仓库和</a:t>
            </a:r>
            <a:r>
              <a:rPr lang="en-US" altLang="zh-CN" sz="2200" dirty="0" err="1">
                <a:latin typeface="+mn-ea"/>
                <a:ea typeface="+mn-ea"/>
              </a:rPr>
              <a:t>Docker</a:t>
            </a:r>
            <a:r>
              <a:rPr lang="zh-CN" altLang="zh-CN" sz="2200" dirty="0">
                <a:latin typeface="+mn-ea"/>
                <a:ea typeface="+mn-ea"/>
              </a:rPr>
              <a:t>容器（</a:t>
            </a:r>
            <a:r>
              <a:rPr lang="en-US" altLang="zh-CN" sz="2200" dirty="0">
                <a:latin typeface="+mn-ea"/>
                <a:ea typeface="+mn-ea"/>
              </a:rPr>
              <a:t>Container</a:t>
            </a:r>
            <a:r>
              <a:rPr lang="zh-CN" altLang="zh-CN" sz="2200" dirty="0">
                <a:latin typeface="+mn-ea"/>
                <a:ea typeface="+mn-ea"/>
              </a:rPr>
              <a:t>）。</a:t>
            </a:r>
          </a:p>
          <a:p>
            <a:pPr indent="457200">
              <a:lnSpc>
                <a:spcPct val="150000"/>
              </a:lnSpc>
            </a:pPr>
            <a:r>
              <a:rPr lang="en-US" altLang="zh-CN" sz="2200" dirty="0" smtClean="0">
                <a:latin typeface="+mn-ea"/>
                <a:ea typeface="+mn-ea"/>
              </a:rPr>
              <a:t>  1</a:t>
            </a:r>
            <a:r>
              <a:rPr lang="zh-CN" altLang="zh-CN" sz="2200" dirty="0">
                <a:latin typeface="+mn-ea"/>
                <a:ea typeface="+mn-ea"/>
              </a:rPr>
              <a:t>．</a:t>
            </a:r>
            <a:r>
              <a:rPr lang="en-US" altLang="zh-CN" sz="2200" dirty="0" err="1">
                <a:latin typeface="+mn-ea"/>
                <a:ea typeface="+mn-ea"/>
              </a:rPr>
              <a:t>Docker</a:t>
            </a:r>
            <a:r>
              <a:rPr lang="zh-CN" altLang="zh-CN" sz="2200" dirty="0">
                <a:latin typeface="+mn-ea"/>
                <a:ea typeface="+mn-ea"/>
              </a:rPr>
              <a:t>客户端</a:t>
            </a:r>
          </a:p>
          <a:p>
            <a:pPr indent="457200">
              <a:lnSpc>
                <a:spcPct val="150000"/>
              </a:lnSpc>
            </a:pPr>
            <a:r>
              <a:rPr lang="en-US" altLang="zh-CN" sz="2200" dirty="0" smtClean="0">
                <a:latin typeface="+mn-ea"/>
                <a:ea typeface="+mn-ea"/>
              </a:rPr>
              <a:t>  </a:t>
            </a:r>
            <a:r>
              <a:rPr lang="en-US" altLang="zh-CN" sz="2200" dirty="0" err="1" smtClean="0">
                <a:latin typeface="+mn-ea"/>
                <a:ea typeface="+mn-ea"/>
              </a:rPr>
              <a:t>Docker</a:t>
            </a:r>
            <a:r>
              <a:rPr lang="zh-CN" altLang="zh-CN" sz="2200" dirty="0">
                <a:latin typeface="+mn-ea"/>
                <a:ea typeface="+mn-ea"/>
              </a:rPr>
              <a:t>客户端通过命令行或者其他工具使用</a:t>
            </a:r>
            <a:r>
              <a:rPr lang="en-US" altLang="zh-CN" sz="2200" dirty="0" err="1">
                <a:latin typeface="+mn-ea"/>
                <a:ea typeface="+mn-ea"/>
              </a:rPr>
              <a:t>Docker</a:t>
            </a:r>
            <a:r>
              <a:rPr lang="en-US" altLang="zh-CN" sz="2200" dirty="0">
                <a:latin typeface="+mn-ea"/>
                <a:ea typeface="+mn-ea"/>
              </a:rPr>
              <a:t> API</a:t>
            </a:r>
            <a:r>
              <a:rPr lang="zh-CN" altLang="zh-CN" sz="2200" dirty="0">
                <a:latin typeface="+mn-ea"/>
                <a:ea typeface="+mn-ea"/>
              </a:rPr>
              <a:t>与</a:t>
            </a:r>
            <a:r>
              <a:rPr lang="en-US" altLang="zh-CN" sz="2200" dirty="0" err="1">
                <a:latin typeface="+mn-ea"/>
                <a:ea typeface="+mn-ea"/>
              </a:rPr>
              <a:t>Docker</a:t>
            </a:r>
            <a:r>
              <a:rPr lang="zh-CN" altLang="zh-CN" sz="2200" dirty="0">
                <a:latin typeface="+mn-ea"/>
                <a:ea typeface="+mn-ea"/>
              </a:rPr>
              <a:t>的守护进程通信。</a:t>
            </a:r>
          </a:p>
          <a:p>
            <a:pPr indent="457200">
              <a:lnSpc>
                <a:spcPct val="150000"/>
              </a:lnSpc>
            </a:pPr>
            <a:r>
              <a:rPr lang="en-US" altLang="zh-CN" sz="2200" dirty="0" smtClean="0">
                <a:latin typeface="+mn-ea"/>
                <a:ea typeface="+mn-ea"/>
              </a:rPr>
              <a:t>  2</a:t>
            </a:r>
            <a:r>
              <a:rPr lang="zh-CN" altLang="zh-CN" sz="2200" dirty="0">
                <a:latin typeface="+mn-ea"/>
                <a:ea typeface="+mn-ea"/>
              </a:rPr>
              <a:t>．</a:t>
            </a:r>
            <a:r>
              <a:rPr lang="en-US" altLang="zh-CN" sz="2200" dirty="0" err="1">
                <a:latin typeface="+mn-ea"/>
                <a:ea typeface="+mn-ea"/>
              </a:rPr>
              <a:t>Docker</a:t>
            </a:r>
            <a:r>
              <a:rPr lang="zh-CN" altLang="zh-CN" sz="2200" dirty="0">
                <a:latin typeface="+mn-ea"/>
                <a:ea typeface="+mn-ea"/>
              </a:rPr>
              <a:t>服务器</a:t>
            </a:r>
          </a:p>
          <a:p>
            <a:pPr indent="457200">
              <a:lnSpc>
                <a:spcPct val="150000"/>
              </a:lnSpc>
            </a:pPr>
            <a:r>
              <a:rPr lang="en-US" altLang="zh-CN" sz="2200" dirty="0" smtClean="0">
                <a:latin typeface="+mn-ea"/>
                <a:ea typeface="+mn-ea"/>
              </a:rPr>
              <a:t>  </a:t>
            </a:r>
            <a:r>
              <a:rPr lang="en-US" altLang="zh-CN" sz="2200" dirty="0" err="1" smtClean="0">
                <a:latin typeface="+mn-ea"/>
                <a:ea typeface="+mn-ea"/>
              </a:rPr>
              <a:t>Docker</a:t>
            </a:r>
            <a:r>
              <a:rPr lang="en-US" altLang="zh-CN" sz="2200" dirty="0" smtClean="0">
                <a:latin typeface="+mn-ea"/>
                <a:ea typeface="+mn-ea"/>
              </a:rPr>
              <a:t> </a:t>
            </a:r>
            <a:r>
              <a:rPr lang="en-US" altLang="zh-CN" sz="2200" dirty="0">
                <a:latin typeface="+mn-ea"/>
                <a:ea typeface="+mn-ea"/>
              </a:rPr>
              <a:t>Daemon</a:t>
            </a:r>
            <a:r>
              <a:rPr lang="zh-CN" altLang="zh-CN" sz="2200" dirty="0">
                <a:latin typeface="+mn-ea"/>
                <a:ea typeface="+mn-ea"/>
              </a:rPr>
              <a:t>是服务器组件，以</a:t>
            </a:r>
            <a:r>
              <a:rPr lang="en-US" altLang="zh-CN" sz="2200" dirty="0">
                <a:latin typeface="+mn-ea"/>
                <a:ea typeface="+mn-ea"/>
              </a:rPr>
              <a:t>Linux</a:t>
            </a:r>
            <a:r>
              <a:rPr lang="zh-CN" altLang="zh-CN" sz="2200" dirty="0">
                <a:latin typeface="+mn-ea"/>
                <a:ea typeface="+mn-ea"/>
              </a:rPr>
              <a:t>后台服务的方式运行。</a:t>
            </a:r>
          </a:p>
          <a:p>
            <a:pPr indent="457200">
              <a:lnSpc>
                <a:spcPct val="150000"/>
              </a:lnSpc>
            </a:pPr>
            <a:r>
              <a:rPr lang="en-US" altLang="zh-CN" sz="2200" dirty="0" smtClean="0">
                <a:latin typeface="+mn-ea"/>
                <a:ea typeface="+mn-ea"/>
              </a:rPr>
              <a:t>  3</a:t>
            </a:r>
            <a:r>
              <a:rPr lang="zh-CN" altLang="zh-CN" sz="2200" dirty="0">
                <a:latin typeface="+mn-ea"/>
                <a:ea typeface="+mn-ea"/>
              </a:rPr>
              <a:t>．</a:t>
            </a:r>
            <a:r>
              <a:rPr lang="en-US" altLang="zh-CN" sz="2200" dirty="0" err="1">
                <a:latin typeface="+mn-ea"/>
                <a:ea typeface="+mn-ea"/>
              </a:rPr>
              <a:t>Docker</a:t>
            </a:r>
            <a:r>
              <a:rPr lang="zh-CN" altLang="zh-CN" sz="2200" dirty="0">
                <a:latin typeface="+mn-ea"/>
                <a:ea typeface="+mn-ea"/>
              </a:rPr>
              <a:t>镜像</a:t>
            </a:r>
          </a:p>
          <a:p>
            <a:pPr indent="457200">
              <a:lnSpc>
                <a:spcPct val="150000"/>
              </a:lnSpc>
            </a:pPr>
            <a:r>
              <a:rPr lang="en-US" altLang="zh-CN" sz="2200" dirty="0" smtClean="0">
                <a:latin typeface="+mn-ea"/>
                <a:ea typeface="+mn-ea"/>
              </a:rPr>
              <a:t>  </a:t>
            </a:r>
            <a:r>
              <a:rPr lang="en-US" altLang="zh-CN" sz="2200" dirty="0" err="1" smtClean="0">
                <a:latin typeface="+mn-ea"/>
                <a:ea typeface="+mn-ea"/>
              </a:rPr>
              <a:t>Docker</a:t>
            </a:r>
            <a:r>
              <a:rPr lang="zh-CN" altLang="zh-CN" sz="2200" dirty="0">
                <a:latin typeface="+mn-ea"/>
                <a:ea typeface="+mn-ea"/>
              </a:rPr>
              <a:t>镜像就是一个只读的模板，镜像可以用于创建</a:t>
            </a:r>
            <a:r>
              <a:rPr lang="en-US" altLang="zh-CN" sz="2200" dirty="0" err="1">
                <a:latin typeface="+mn-ea"/>
                <a:ea typeface="+mn-ea"/>
              </a:rPr>
              <a:t>Docker</a:t>
            </a:r>
            <a:r>
              <a:rPr lang="zh-CN" altLang="zh-CN" sz="2200" dirty="0">
                <a:latin typeface="+mn-ea"/>
                <a:ea typeface="+mn-ea"/>
              </a:rPr>
              <a:t>容器，每一个镜像由一系列的层组成。</a:t>
            </a:r>
            <a:endParaRPr lang="en-US" altLang="zh-CN" sz="2200" dirty="0" smtClean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4"/>
            <a:ext cx="6446572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1.2 </a:t>
            </a:r>
            <a:r>
              <a:rPr lang="zh-CN" altLang="en-US" dirty="0" smtClean="0"/>
              <a:t>熟悉</a:t>
            </a:r>
            <a:r>
              <a:rPr lang="en-US" altLang="zh-CN" dirty="0" err="1" smtClean="0"/>
              <a:t>Docker</a:t>
            </a:r>
            <a:r>
              <a:rPr lang="zh-CN" altLang="en-US" dirty="0" smtClean="0"/>
              <a:t>的安装方法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1.2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4258539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630942"/>
            <a:ext cx="11695723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200" dirty="0" smtClean="0">
                <a:latin typeface="+mn-ea"/>
                <a:ea typeface="+mn-ea"/>
              </a:rPr>
              <a:t>4</a:t>
            </a:r>
            <a:r>
              <a:rPr lang="zh-CN" altLang="zh-CN" sz="2200" dirty="0">
                <a:latin typeface="+mn-ea"/>
                <a:ea typeface="+mn-ea"/>
              </a:rPr>
              <a:t>．</a:t>
            </a:r>
            <a:r>
              <a:rPr lang="en-US" altLang="zh-CN" sz="2200" dirty="0" err="1">
                <a:latin typeface="+mn-ea"/>
                <a:ea typeface="+mn-ea"/>
              </a:rPr>
              <a:t>Docker</a:t>
            </a:r>
            <a:r>
              <a:rPr lang="zh-CN" altLang="zh-CN" sz="2200" dirty="0">
                <a:latin typeface="+mn-ea"/>
                <a:ea typeface="+mn-ea"/>
              </a:rPr>
              <a:t>仓库</a:t>
            </a:r>
          </a:p>
          <a:p>
            <a:pPr>
              <a:lnSpc>
                <a:spcPct val="150000"/>
              </a:lnSpc>
            </a:pPr>
            <a:r>
              <a:rPr lang="en-US" altLang="zh-CN" sz="2200" dirty="0" smtClean="0">
                <a:latin typeface="+mn-ea"/>
                <a:ea typeface="+mn-ea"/>
              </a:rPr>
              <a:t>       </a:t>
            </a:r>
            <a:r>
              <a:rPr lang="en-US" altLang="zh-CN" sz="2200" dirty="0" err="1" smtClean="0">
                <a:latin typeface="+mn-ea"/>
                <a:ea typeface="+mn-ea"/>
              </a:rPr>
              <a:t>Docker</a:t>
            </a:r>
            <a:r>
              <a:rPr lang="zh-CN" altLang="zh-CN" sz="2200" dirty="0">
                <a:latin typeface="+mn-ea"/>
                <a:ea typeface="+mn-ea"/>
              </a:rPr>
              <a:t>仓库类似于代码仓库，它是</a:t>
            </a:r>
            <a:r>
              <a:rPr lang="en-US" altLang="zh-CN" sz="2200" dirty="0" err="1">
                <a:latin typeface="+mn-ea"/>
                <a:ea typeface="+mn-ea"/>
              </a:rPr>
              <a:t>Docker</a:t>
            </a:r>
            <a:r>
              <a:rPr lang="zh-CN" altLang="zh-CN" sz="2200" dirty="0">
                <a:latin typeface="+mn-ea"/>
                <a:ea typeface="+mn-ea"/>
              </a:rPr>
              <a:t>集中存放镜像文件的场所。有时候，人们会把</a:t>
            </a:r>
            <a:r>
              <a:rPr lang="en-US" altLang="zh-CN" sz="2200" dirty="0" err="1">
                <a:latin typeface="+mn-ea"/>
                <a:ea typeface="+mn-ea"/>
              </a:rPr>
              <a:t>Docker</a:t>
            </a:r>
            <a:r>
              <a:rPr lang="zh-CN" altLang="zh-CN" sz="2200" dirty="0">
                <a:latin typeface="+mn-ea"/>
                <a:ea typeface="+mn-ea"/>
              </a:rPr>
              <a:t>仓库和仓库注册服务器（</a:t>
            </a:r>
            <a:r>
              <a:rPr lang="en-US" altLang="zh-CN" sz="2200" dirty="0">
                <a:latin typeface="+mn-ea"/>
                <a:ea typeface="+mn-ea"/>
              </a:rPr>
              <a:t>Registry</a:t>
            </a:r>
            <a:r>
              <a:rPr lang="zh-CN" altLang="zh-CN" sz="2200" dirty="0">
                <a:latin typeface="+mn-ea"/>
                <a:ea typeface="+mn-ea"/>
              </a:rPr>
              <a:t>）混为一谈，并不严格区分。实际上，仓库注册服务器是存放仓库的地方，其上往往存放着多个仓库，每个仓库集中存放某一类镜像，往往包括多个镜像文件，通过不同的标签来进行区分。</a:t>
            </a:r>
          </a:p>
          <a:p>
            <a:pPr>
              <a:lnSpc>
                <a:spcPct val="150000"/>
              </a:lnSpc>
            </a:pPr>
            <a:r>
              <a:rPr lang="en-US" altLang="zh-CN" sz="2200" dirty="0" smtClean="0">
                <a:latin typeface="+mn-ea"/>
                <a:ea typeface="+mn-ea"/>
              </a:rPr>
              <a:t>       </a:t>
            </a:r>
            <a:r>
              <a:rPr lang="en-US" altLang="zh-CN" sz="2200" dirty="0" err="1" smtClean="0">
                <a:latin typeface="+mn-ea"/>
                <a:ea typeface="+mn-ea"/>
              </a:rPr>
              <a:t>Docker</a:t>
            </a:r>
            <a:r>
              <a:rPr lang="zh-CN" altLang="zh-CN" sz="2200" dirty="0">
                <a:latin typeface="+mn-ea"/>
                <a:ea typeface="+mn-ea"/>
              </a:rPr>
              <a:t>仓库分为公有（</a:t>
            </a:r>
            <a:r>
              <a:rPr lang="en-US" altLang="zh-CN" sz="2200" dirty="0">
                <a:latin typeface="+mn-ea"/>
                <a:ea typeface="+mn-ea"/>
              </a:rPr>
              <a:t>Public</a:t>
            </a:r>
            <a:r>
              <a:rPr lang="zh-CN" altLang="zh-CN" sz="2200" dirty="0">
                <a:latin typeface="+mn-ea"/>
                <a:ea typeface="+mn-ea"/>
              </a:rPr>
              <a:t>）仓库和私有（</a:t>
            </a:r>
            <a:r>
              <a:rPr lang="en-US" altLang="zh-CN" sz="2200" dirty="0">
                <a:latin typeface="+mn-ea"/>
                <a:ea typeface="+mn-ea"/>
              </a:rPr>
              <a:t>Private</a:t>
            </a:r>
            <a:r>
              <a:rPr lang="zh-CN" altLang="zh-CN" sz="2200" dirty="0">
                <a:latin typeface="+mn-ea"/>
                <a:ea typeface="+mn-ea"/>
              </a:rPr>
              <a:t>）仓库两种形式。目前，最大的公有仓库是</a:t>
            </a:r>
            <a:r>
              <a:rPr lang="en-US" altLang="zh-CN" sz="2200" dirty="0" err="1">
                <a:latin typeface="+mn-ea"/>
                <a:ea typeface="+mn-ea"/>
              </a:rPr>
              <a:t>Docker</a:t>
            </a:r>
            <a:r>
              <a:rPr lang="en-US" altLang="zh-CN" sz="2200" dirty="0">
                <a:latin typeface="+mn-ea"/>
                <a:ea typeface="+mn-ea"/>
              </a:rPr>
              <a:t> Hub</a:t>
            </a:r>
            <a:r>
              <a:rPr lang="zh-CN" altLang="zh-CN" sz="2200" dirty="0">
                <a:latin typeface="+mn-ea"/>
                <a:ea typeface="+mn-ea"/>
              </a:rPr>
              <a:t>，存放了数量庞大的镜像供用户下载</a:t>
            </a:r>
            <a:r>
              <a:rPr lang="zh-CN" altLang="zh-CN" sz="2200" dirty="0" smtClean="0">
                <a:latin typeface="+mn-ea"/>
                <a:ea typeface="+mn-ea"/>
              </a:rPr>
              <a:t>。当然</a:t>
            </a:r>
            <a:r>
              <a:rPr lang="zh-CN" altLang="zh-CN" sz="2200" dirty="0">
                <a:latin typeface="+mn-ea"/>
                <a:ea typeface="+mn-ea"/>
              </a:rPr>
              <a:t>，</a:t>
            </a:r>
            <a:r>
              <a:rPr lang="en-US" altLang="zh-CN" sz="2200" dirty="0" err="1">
                <a:latin typeface="+mn-ea"/>
                <a:ea typeface="+mn-ea"/>
              </a:rPr>
              <a:t>Docker</a:t>
            </a:r>
            <a:r>
              <a:rPr lang="zh-CN" altLang="zh-CN" sz="2200" dirty="0">
                <a:latin typeface="+mn-ea"/>
                <a:ea typeface="+mn-ea"/>
              </a:rPr>
              <a:t>也支持用户在本地网络中创建一个私有仓库。当用户创建了自己的镜像之后，可以使用</a:t>
            </a:r>
            <a:r>
              <a:rPr lang="en-US" altLang="zh-CN" sz="2200" dirty="0">
                <a:latin typeface="+mn-ea"/>
                <a:ea typeface="+mn-ea"/>
              </a:rPr>
              <a:t>push</a:t>
            </a:r>
            <a:r>
              <a:rPr lang="zh-CN" altLang="zh-CN" sz="2200" dirty="0">
                <a:latin typeface="+mn-ea"/>
                <a:ea typeface="+mn-ea"/>
              </a:rPr>
              <a:t>命令将其上传到公有或者私有仓库中，这样，当用户需在另一台主机上使用该镜像时，只需要将镜像从仓库中获取下来即可。</a:t>
            </a:r>
            <a:endParaRPr lang="en-US" altLang="zh-CN" sz="2200" dirty="0" smtClean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4"/>
            <a:ext cx="6446572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1.2 </a:t>
            </a:r>
            <a:r>
              <a:rPr lang="zh-CN" altLang="en-US" dirty="0" smtClean="0"/>
              <a:t>熟悉</a:t>
            </a:r>
            <a:r>
              <a:rPr lang="en-US" altLang="zh-CN" dirty="0" err="1" smtClean="0"/>
              <a:t>Docker</a:t>
            </a:r>
            <a:r>
              <a:rPr lang="zh-CN" altLang="en-US" dirty="0" smtClean="0"/>
              <a:t>的安装方法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1.2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4173954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200" dirty="0">
                <a:latin typeface="+mn-ea"/>
                <a:ea typeface="+mn-ea"/>
              </a:rPr>
              <a:t>5</a:t>
            </a:r>
            <a:r>
              <a:rPr lang="zh-CN" altLang="zh-CN" sz="2200" dirty="0">
                <a:latin typeface="+mn-ea"/>
                <a:ea typeface="+mn-ea"/>
              </a:rPr>
              <a:t>．</a:t>
            </a:r>
            <a:r>
              <a:rPr lang="en-US" altLang="zh-CN" sz="2200" dirty="0" err="1">
                <a:latin typeface="+mn-ea"/>
                <a:ea typeface="+mn-ea"/>
              </a:rPr>
              <a:t>Docker</a:t>
            </a:r>
            <a:r>
              <a:rPr lang="zh-CN" altLang="zh-CN" sz="2200" dirty="0">
                <a:latin typeface="+mn-ea"/>
                <a:ea typeface="+mn-ea"/>
              </a:rPr>
              <a:t>容器</a:t>
            </a:r>
          </a:p>
          <a:p>
            <a:pPr>
              <a:lnSpc>
                <a:spcPct val="150000"/>
              </a:lnSpc>
            </a:pPr>
            <a:r>
              <a:rPr lang="en-US" altLang="zh-CN" sz="2200" dirty="0" smtClean="0">
                <a:latin typeface="+mn-ea"/>
                <a:ea typeface="+mn-ea"/>
              </a:rPr>
              <a:t>       </a:t>
            </a:r>
            <a:r>
              <a:rPr lang="en-US" altLang="zh-CN" sz="2200" dirty="0" err="1" smtClean="0">
                <a:latin typeface="+mn-ea"/>
                <a:ea typeface="+mn-ea"/>
              </a:rPr>
              <a:t>Docker</a:t>
            </a:r>
            <a:r>
              <a:rPr lang="zh-CN" altLang="zh-CN" sz="2200" dirty="0">
                <a:latin typeface="+mn-ea"/>
                <a:ea typeface="+mn-ea"/>
              </a:rPr>
              <a:t>利用容器来运行应用。容器是从镜像创建的运行实例，它可以被启动、开始、终止、删除。容器是一个隔离环境，多个容器之间不会相互影响，以保证容器中的应用运行在一个相对安全的环境中。</a:t>
            </a:r>
            <a:endParaRPr lang="en-US" altLang="zh-CN" sz="2200" dirty="0" smtClean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4"/>
            <a:ext cx="6446572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1.2 </a:t>
            </a:r>
            <a:r>
              <a:rPr lang="zh-CN" altLang="en-US" dirty="0" smtClean="0"/>
              <a:t>熟悉</a:t>
            </a:r>
            <a:r>
              <a:rPr lang="en-US" altLang="zh-CN" dirty="0" err="1" smtClean="0"/>
              <a:t>Docker</a:t>
            </a:r>
            <a:r>
              <a:rPr lang="zh-CN" altLang="en-US" dirty="0" smtClean="0"/>
              <a:t>的安装方法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1.2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589038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320939" y="1762083"/>
            <a:ext cx="11282926" cy="4662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254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2540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1.2.3 </a:t>
            </a:r>
            <a:r>
              <a:rPr kumimoji="0" lang="en-US" altLang="zh-CN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Docker</a:t>
            </a:r>
            <a:r>
              <a:rPr kumimoji="0" lang="zh-CN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的版本分类</a:t>
            </a:r>
            <a:endParaRPr kumimoji="0" lang="en-US" altLang="zh-CN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       </a:t>
            </a:r>
            <a:r>
              <a:rPr kumimoji="0" lang="en-US" altLang="zh-CN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Docker</a:t>
            </a:r>
            <a:r>
              <a:rPr kumimoji="0" lang="zh-CN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的早期版本是</a:t>
            </a:r>
            <a:r>
              <a:rPr kumimoji="0" lang="en-US" altLang="zh-CN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docker-io</a:t>
            </a:r>
            <a:r>
              <a:rPr kumimoji="0" lang="zh-CN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，版本号是</a:t>
            </a:r>
            <a:r>
              <a:rPr kumimoji="0" lang="en-US" altLang="zh-CN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1.*</a:t>
            </a:r>
            <a:r>
              <a:rPr kumimoji="0" lang="zh-CN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，最新版是</a:t>
            </a:r>
            <a:r>
              <a:rPr kumimoji="0" lang="en-US" altLang="zh-CN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1.13</a:t>
            </a:r>
            <a:r>
              <a:rPr kumimoji="0" lang="zh-CN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  <a:r>
              <a:rPr kumimoji="0" lang="en-US" altLang="zh-CN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Docker</a:t>
            </a:r>
            <a:r>
              <a:rPr kumimoji="0" lang="zh-CN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从</a:t>
            </a:r>
            <a:r>
              <a:rPr kumimoji="0" lang="en-US" altLang="zh-CN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1.13</a:t>
            </a:r>
            <a:r>
              <a:rPr kumimoji="0" lang="zh-CN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版本之后采用时间线的方式作为版本号，分为</a:t>
            </a:r>
            <a:r>
              <a:rPr kumimoji="0" lang="en-US" altLang="zh-CN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Docker</a:t>
            </a:r>
            <a:r>
              <a:rPr kumimoji="0" lang="en-US" altLang="zh-CN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 CE</a:t>
            </a:r>
            <a:r>
              <a:rPr kumimoji="0" lang="zh-CN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（社区版）和</a:t>
            </a:r>
            <a:r>
              <a:rPr kumimoji="0" lang="en-US" altLang="zh-CN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Docker</a:t>
            </a:r>
            <a:r>
              <a:rPr kumimoji="0" lang="en-US" altLang="zh-CN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 EE</a:t>
            </a:r>
            <a:r>
              <a:rPr kumimoji="0" lang="zh-CN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（企业版）。</a:t>
            </a:r>
            <a:r>
              <a:rPr lang="zh-CN" altLang="en-US" sz="2200" dirty="0">
                <a:latin typeface="+mn-ea"/>
                <a:ea typeface="+mn-ea"/>
              </a:rPr>
              <a:t> </a:t>
            </a:r>
            <a:r>
              <a:rPr lang="zh-CN" altLang="en-US" sz="2200" dirty="0" smtClean="0">
                <a:latin typeface="+mn-ea"/>
                <a:ea typeface="+mn-ea"/>
              </a:rPr>
              <a:t>    </a:t>
            </a:r>
            <a:endParaRPr lang="en-US" altLang="zh-CN" sz="2200" dirty="0" smtClean="0">
              <a:latin typeface="+mn-ea"/>
              <a:ea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2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22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      </a:t>
            </a:r>
            <a:r>
              <a:rPr kumimoji="0" lang="en-US" altLang="zh-CN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Docker</a:t>
            </a:r>
            <a:r>
              <a:rPr kumimoji="0" lang="en-US" altLang="zh-CN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 CE</a:t>
            </a:r>
            <a:r>
              <a:rPr kumimoji="0" lang="zh-CN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（社区版）是免费提供给个人开发者和小型团体使用的，</a:t>
            </a:r>
            <a:r>
              <a:rPr kumimoji="0" lang="en-US" altLang="zh-CN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Docker</a:t>
            </a:r>
            <a:r>
              <a:rPr kumimoji="0" lang="en-US" altLang="zh-CN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 EE</a:t>
            </a:r>
            <a:r>
              <a:rPr kumimoji="0" lang="zh-CN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（企业版）会提供额外的收费服务，如经过官方测试认证过的基础设施、容器、插件等。</a:t>
            </a:r>
            <a:endParaRPr kumimoji="0" lang="en-US" altLang="zh-CN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200" dirty="0"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2200" dirty="0" smtClean="0">
                <a:latin typeface="+mn-ea"/>
                <a:ea typeface="+mn-ea"/>
                <a:cs typeface="Times New Roman" panose="02020603050405020304" pitchFamily="18" charset="0"/>
              </a:rPr>
              <a:t>      </a:t>
            </a:r>
            <a:r>
              <a:rPr kumimoji="0" lang="en-US" altLang="zh-CN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Docker</a:t>
            </a:r>
            <a:r>
              <a:rPr kumimoji="0" lang="zh-CN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现在改为基于</a:t>
            </a:r>
            <a:r>
              <a:rPr kumimoji="0" lang="en-US" altLang="zh-CN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YY.MM</a:t>
            </a:r>
            <a:r>
              <a:rPr kumimoji="0" lang="zh-CN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版本。</a:t>
            </a:r>
            <a:r>
              <a:rPr kumimoji="0" lang="en-US" altLang="zh-CN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Docker</a:t>
            </a:r>
            <a:r>
              <a:rPr kumimoji="0" lang="en-US" altLang="zh-CN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 CE</a:t>
            </a:r>
            <a:r>
              <a:rPr kumimoji="0" lang="zh-CN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（社区版）按照</a:t>
            </a:r>
            <a:r>
              <a:rPr kumimoji="0" lang="en-US" altLang="zh-CN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stable</a:t>
            </a:r>
            <a:r>
              <a:rPr kumimoji="0" lang="zh-CN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和</a:t>
            </a:r>
            <a:r>
              <a:rPr kumimoji="0" lang="en-US" altLang="zh-CN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edge</a:t>
            </a:r>
            <a:r>
              <a:rPr kumimoji="0" lang="zh-CN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两种方式发布，每个季度更新</a:t>
            </a:r>
            <a:r>
              <a:rPr kumimoji="0" lang="en-US" altLang="zh-CN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stable</a:t>
            </a:r>
            <a:r>
              <a:rPr kumimoji="0" lang="zh-CN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版本，每个月份更新</a:t>
            </a:r>
            <a:r>
              <a:rPr kumimoji="0" lang="en-US" altLang="zh-CN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edge</a:t>
            </a:r>
            <a:r>
              <a:rPr kumimoji="0" lang="zh-CN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版本。例如，使用基于月份的发行版本，</a:t>
            </a:r>
            <a:r>
              <a:rPr kumimoji="0" lang="en-US" altLang="zh-CN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17.03</a:t>
            </a:r>
            <a:r>
              <a:rPr kumimoji="0" lang="zh-CN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的第</a:t>
            </a:r>
            <a:r>
              <a:rPr kumimoji="0" lang="en-US" altLang="zh-CN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r>
              <a:rPr kumimoji="0" lang="zh-CN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版就指向</a:t>
            </a:r>
            <a:r>
              <a:rPr kumimoji="0" lang="en-US" altLang="zh-CN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17.03.0</a:t>
            </a:r>
            <a:r>
              <a:rPr kumimoji="0" lang="zh-CN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，如果有漏洞</a:t>
            </a:r>
            <a:r>
              <a:rPr kumimoji="0" lang="en-US" altLang="zh-CN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/</a:t>
            </a:r>
            <a:r>
              <a:rPr kumimoji="0" lang="zh-CN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安全修复需要发布，那么将会指向</a:t>
            </a:r>
            <a:r>
              <a:rPr kumimoji="0" lang="en-US" altLang="zh-CN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17.03.1</a:t>
            </a:r>
            <a:r>
              <a:rPr kumimoji="0" lang="zh-CN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等</a:t>
            </a:r>
            <a:r>
              <a:rPr kumimoji="0" lang="zh-CN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4"/>
            <a:ext cx="6446572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1.2 </a:t>
            </a:r>
            <a:r>
              <a:rPr lang="zh-CN" altLang="en-US" dirty="0" smtClean="0"/>
              <a:t>熟悉</a:t>
            </a:r>
            <a:r>
              <a:rPr lang="en-US" altLang="zh-CN" dirty="0" err="1" smtClean="0"/>
              <a:t>Docker</a:t>
            </a:r>
            <a:r>
              <a:rPr lang="zh-CN" altLang="en-US" dirty="0" smtClean="0"/>
              <a:t>的安装方法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相关知识</a:t>
            </a:r>
            <a:endParaRPr lang="zh-CN" altLang="en-US" sz="3200" b="1" dirty="0"/>
          </a:p>
        </p:txBody>
      </p:sp>
      <p:sp>
        <p:nvSpPr>
          <p:cNvPr id="11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1.2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67839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/>
          <p:cNvSpPr txBox="1"/>
          <p:nvPr/>
        </p:nvSpPr>
        <p:spPr>
          <a:xfrm>
            <a:off x="496277" y="1744520"/>
            <a:ext cx="116957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 fontAlgn="ctr">
              <a:lnSpc>
                <a:spcPct val="150000"/>
              </a:lnSpc>
              <a:buAutoNum type="arabicPeriod"/>
            </a:pPr>
            <a:r>
              <a:rPr lang="zh-CN" altLang="en-US" sz="2400" dirty="0" smtClean="0">
                <a:latin typeface="+mn-ea"/>
                <a:ea typeface="+mn-ea"/>
              </a:rPr>
              <a:t>在</a:t>
            </a:r>
            <a:r>
              <a:rPr lang="en-US" altLang="zh-CN" sz="2400" dirty="0" smtClean="0">
                <a:latin typeface="+mn-ea"/>
                <a:ea typeface="+mn-ea"/>
              </a:rPr>
              <a:t>Centos7</a:t>
            </a:r>
            <a:r>
              <a:rPr lang="zh-CN" altLang="en-US" sz="2400" dirty="0" smtClean="0">
                <a:latin typeface="+mn-ea"/>
                <a:ea typeface="+mn-ea"/>
              </a:rPr>
              <a:t>中在线安装</a:t>
            </a:r>
            <a:r>
              <a:rPr lang="en-US" altLang="zh-CN" sz="2400" dirty="0" err="1" smtClean="0">
                <a:latin typeface="+mn-ea"/>
                <a:ea typeface="+mn-ea"/>
              </a:rPr>
              <a:t>Docker</a:t>
            </a:r>
            <a:r>
              <a:rPr lang="zh-CN" altLang="en-US" sz="2400" dirty="0" smtClean="0">
                <a:latin typeface="+mn-ea"/>
                <a:ea typeface="+mn-ea"/>
              </a:rPr>
              <a:t>。</a:t>
            </a:r>
            <a:endParaRPr lang="en-US" altLang="zh-CN" sz="2400" dirty="0" smtClean="0">
              <a:latin typeface="+mn-ea"/>
              <a:ea typeface="+mn-ea"/>
            </a:endParaRPr>
          </a:p>
          <a:p>
            <a:pPr algn="just" fontAlgn="ctr">
              <a:lnSpc>
                <a:spcPct val="150000"/>
              </a:lnSpc>
            </a:pPr>
            <a:r>
              <a:rPr lang="zh-CN" altLang="en-US" sz="2400" dirty="0" smtClean="0">
                <a:latin typeface="+mn-ea"/>
                <a:ea typeface="+mn-ea"/>
              </a:rPr>
              <a:t>（参考实验指导书</a:t>
            </a:r>
            <a:r>
              <a:rPr lang="en-US" altLang="zh-CN" sz="2400" dirty="0">
                <a:latin typeface="+mn-ea"/>
                <a:ea typeface="+mn-ea"/>
              </a:rPr>
              <a:t> </a:t>
            </a:r>
            <a:r>
              <a:rPr lang="zh-CN" altLang="en-US" sz="2400" dirty="0" smtClean="0">
                <a:latin typeface="+mn-ea"/>
                <a:ea typeface="+mn-ea"/>
              </a:rPr>
              <a:t>实验</a:t>
            </a:r>
            <a:r>
              <a:rPr lang="en-US" altLang="zh-CN" sz="2400" dirty="0" smtClean="0">
                <a:latin typeface="+mn-ea"/>
                <a:ea typeface="+mn-ea"/>
              </a:rPr>
              <a:t>1-1</a:t>
            </a:r>
            <a:r>
              <a:rPr lang="zh-CN" altLang="en-US" sz="2400" dirty="0" smtClean="0">
                <a:latin typeface="+mn-ea"/>
                <a:ea typeface="+mn-ea"/>
              </a:rPr>
              <a:t>）</a:t>
            </a:r>
            <a:endParaRPr lang="en-US" altLang="zh-CN" sz="2400" dirty="0" smtClean="0">
              <a:latin typeface="+mn-ea"/>
              <a:ea typeface="+mn-ea"/>
            </a:endParaRPr>
          </a:p>
          <a:p>
            <a:pPr algn="just" fontAlgn="ctr"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2</a:t>
            </a:r>
            <a:r>
              <a:rPr lang="en-US" altLang="zh-CN" sz="2400" dirty="0" smtClean="0">
                <a:latin typeface="+mn-ea"/>
                <a:ea typeface="+mn-ea"/>
              </a:rPr>
              <a:t>. </a:t>
            </a:r>
            <a:r>
              <a:rPr lang="zh-CN" altLang="en-US" sz="2400" dirty="0" smtClean="0">
                <a:latin typeface="+mn-ea"/>
                <a:ea typeface="+mn-ea"/>
              </a:rPr>
              <a:t>在</a:t>
            </a:r>
            <a:r>
              <a:rPr lang="en-US" altLang="zh-CN" sz="2400" dirty="0" smtClean="0">
                <a:latin typeface="+mn-ea"/>
                <a:ea typeface="+mn-ea"/>
              </a:rPr>
              <a:t>Centos7</a:t>
            </a:r>
            <a:r>
              <a:rPr lang="zh-CN" altLang="en-US" sz="2400" dirty="0" smtClean="0">
                <a:latin typeface="+mn-ea"/>
                <a:ea typeface="+mn-ea"/>
              </a:rPr>
              <a:t>中离线安装</a:t>
            </a:r>
            <a:r>
              <a:rPr lang="en-US" altLang="zh-CN" sz="2400" dirty="0" err="1" smtClean="0">
                <a:latin typeface="+mn-ea"/>
                <a:ea typeface="+mn-ea"/>
              </a:rPr>
              <a:t>Docker</a:t>
            </a:r>
            <a:r>
              <a:rPr lang="zh-CN" altLang="en-US" sz="2400" dirty="0" smtClean="0">
                <a:latin typeface="+mn-ea"/>
                <a:ea typeface="+mn-ea"/>
              </a:rPr>
              <a:t>。</a:t>
            </a:r>
            <a:endParaRPr lang="en-US" altLang="zh-CN" sz="2400" dirty="0" smtClean="0">
              <a:latin typeface="+mn-ea"/>
              <a:ea typeface="+mn-ea"/>
            </a:endParaRPr>
          </a:p>
          <a:p>
            <a:pPr algn="just" fontAlgn="ctr">
              <a:lnSpc>
                <a:spcPct val="150000"/>
              </a:lnSpc>
            </a:pPr>
            <a:r>
              <a:rPr lang="zh-CN" altLang="en-US" sz="2400" dirty="0">
                <a:latin typeface="+mn-ea"/>
                <a:ea typeface="+mn-ea"/>
              </a:rPr>
              <a:t>（参考实验指导书 实验</a:t>
            </a:r>
            <a:r>
              <a:rPr lang="en-US" altLang="zh-CN" sz="2400" dirty="0" smtClean="0">
                <a:latin typeface="+mn-ea"/>
                <a:ea typeface="+mn-ea"/>
              </a:rPr>
              <a:t>1-2</a:t>
            </a:r>
            <a:r>
              <a:rPr lang="zh-CN" altLang="en-US" sz="2400" dirty="0" smtClean="0">
                <a:latin typeface="+mn-ea"/>
                <a:ea typeface="+mn-ea"/>
              </a:rPr>
              <a:t>）</a:t>
            </a:r>
            <a:endParaRPr lang="en-US" altLang="zh-CN" sz="2400" dirty="0" smtClean="0">
              <a:latin typeface="+mn-ea"/>
              <a:ea typeface="+mn-ea"/>
            </a:endParaRPr>
          </a:p>
        </p:txBody>
      </p:sp>
      <p:sp>
        <p:nvSpPr>
          <p:cNvPr id="8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3023999" y="105224"/>
            <a:ext cx="6446572" cy="809178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1.2 </a:t>
            </a:r>
            <a:r>
              <a:rPr lang="zh-CN" altLang="en-US" dirty="0" smtClean="0"/>
              <a:t>熟悉</a:t>
            </a:r>
            <a:r>
              <a:rPr lang="en-US" altLang="zh-CN" dirty="0" err="1" smtClean="0"/>
              <a:t>Docker</a:t>
            </a:r>
            <a:r>
              <a:rPr lang="zh-CN" altLang="en-US" dirty="0" smtClean="0"/>
              <a:t>的安装方法</a:t>
            </a:r>
            <a:endParaRPr lang="zh-CN" altLang="zh-CN" dirty="0"/>
          </a:p>
        </p:txBody>
      </p:sp>
      <p:sp>
        <p:nvSpPr>
          <p:cNvPr id="9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3023999" y="914401"/>
            <a:ext cx="4549775" cy="609600"/>
          </a:xfrm>
        </p:spPr>
        <p:txBody>
          <a:bodyPr/>
          <a:lstStyle/>
          <a:p>
            <a:r>
              <a:rPr lang="zh-CN" altLang="en-US" sz="3200" b="1" dirty="0" smtClean="0"/>
              <a:t>任务实现</a:t>
            </a:r>
            <a:endParaRPr lang="zh-CN" altLang="en-US" sz="3200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165356" y="580829"/>
            <a:ext cx="1077685" cy="827919"/>
          </a:xfrm>
        </p:spPr>
        <p:txBody>
          <a:bodyPr/>
          <a:lstStyle/>
          <a:p>
            <a:r>
              <a:rPr lang="en-US" altLang="zh-CN" sz="4000" dirty="0" smtClean="0"/>
              <a:t>1.2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862163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蓝色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B0F0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主题">
      <a:majorFont>
        <a:latin typeface="Calibri Light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lnDef>
  </a:objectDefaults>
  <a:extraClrSchemeLst/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主题">
      <a:majorFont>
        <a:latin typeface="Calibri Light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lnDef>
  </a:objectDefaults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5565</TotalTime>
  <Words>1597</Words>
  <Application>Microsoft Office PowerPoint</Application>
  <PresentationFormat>宽屏</PresentationFormat>
  <Paragraphs>157</Paragraphs>
  <Slides>16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宋体</vt:lpstr>
      <vt:lpstr>微软雅黑</vt:lpstr>
      <vt:lpstr>Arial</vt:lpstr>
      <vt:lpstr>Calibri</vt:lpstr>
      <vt:lpstr>Calibri Light</vt:lpstr>
      <vt:lpstr>Segoe UI Semilight</vt:lpstr>
      <vt:lpstr>Times New Roman</vt:lpstr>
      <vt:lpstr>Office 主题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云计算和云计算基础架构平台介绍  南京第五十五所技术开发有限公司 宋学永 于奎伟 程然</dc:title>
  <dc:creator>soongxueyong</dc:creator>
  <cp:lastModifiedBy>李松江</cp:lastModifiedBy>
  <cp:revision>1006</cp:revision>
  <dcterms:modified xsi:type="dcterms:W3CDTF">2020-11-20T00:31:58Z</dcterms:modified>
</cp:coreProperties>
</file>